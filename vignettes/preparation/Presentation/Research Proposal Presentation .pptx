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2" r:id="rId1"/>
  </p:sldMasterIdLst>
  <p:notesMasterIdLst>
    <p:notesMasterId r:id="rId29"/>
  </p:notesMasterIdLst>
  <p:sldIdLst>
    <p:sldId id="256" r:id="rId2"/>
    <p:sldId id="274" r:id="rId3"/>
    <p:sldId id="306" r:id="rId4"/>
    <p:sldId id="307" r:id="rId5"/>
    <p:sldId id="266" r:id="rId6"/>
    <p:sldId id="267" r:id="rId7"/>
    <p:sldId id="298" r:id="rId8"/>
    <p:sldId id="276" r:id="rId9"/>
    <p:sldId id="304" r:id="rId10"/>
    <p:sldId id="301" r:id="rId11"/>
    <p:sldId id="278" r:id="rId12"/>
    <p:sldId id="302" r:id="rId13"/>
    <p:sldId id="279" r:id="rId14"/>
    <p:sldId id="273" r:id="rId15"/>
    <p:sldId id="280" r:id="rId16"/>
    <p:sldId id="282" r:id="rId17"/>
    <p:sldId id="284" r:id="rId18"/>
    <p:sldId id="285" r:id="rId19"/>
    <p:sldId id="286" r:id="rId20"/>
    <p:sldId id="288" r:id="rId21"/>
    <p:sldId id="305" r:id="rId22"/>
    <p:sldId id="289" r:id="rId23"/>
    <p:sldId id="293" r:id="rId24"/>
    <p:sldId id="292" r:id="rId25"/>
    <p:sldId id="291" r:id="rId26"/>
    <p:sldId id="294" r:id="rId27"/>
    <p:sldId id="29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E86895-767E-CC47-AE2C-6E8039C9C683}">
          <p14:sldIdLst>
            <p14:sldId id="256"/>
            <p14:sldId id="274"/>
            <p14:sldId id="306"/>
            <p14:sldId id="307"/>
            <p14:sldId id="266"/>
            <p14:sldId id="267"/>
            <p14:sldId id="298"/>
            <p14:sldId id="276"/>
            <p14:sldId id="304"/>
            <p14:sldId id="301"/>
            <p14:sldId id="278"/>
            <p14:sldId id="302"/>
            <p14:sldId id="279"/>
            <p14:sldId id="273"/>
            <p14:sldId id="280"/>
            <p14:sldId id="282"/>
            <p14:sldId id="284"/>
            <p14:sldId id="285"/>
            <p14:sldId id="286"/>
            <p14:sldId id="288"/>
            <p14:sldId id="305"/>
            <p14:sldId id="289"/>
            <p14:sldId id="293"/>
            <p14:sldId id="292"/>
            <p14:sldId id="291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9"/>
    <p:restoredTop sz="83632"/>
  </p:normalViewPr>
  <p:slideViewPr>
    <p:cSldViewPr snapToGrid="0" snapToObjects="1">
      <p:cViewPr varScale="1">
        <p:scale>
          <a:sx n="130" d="100"/>
          <a:sy n="130" d="100"/>
        </p:scale>
        <p:origin x="1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2974E1-0FE9-2F4E-B16F-E9B0B06B27D9}" type="doc">
      <dgm:prSet loTypeId="urn:microsoft.com/office/officeart/2005/8/layout/process1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9980B98-5599-154B-91CE-DE1F688EB719}">
      <dgm:prSet phldrT="[Text]"/>
      <dgm:spPr/>
      <dgm:t>
        <a:bodyPr/>
        <a:lstStyle/>
        <a:p>
          <a:r>
            <a:rPr lang="en-US" altLang="zh-CN" dirty="0"/>
            <a:t>Initial</a:t>
          </a:r>
          <a:r>
            <a:rPr lang="zh-CN" altLang="en-US" dirty="0"/>
            <a:t> </a:t>
          </a:r>
          <a:r>
            <a:rPr lang="en-US" altLang="zh-CN" dirty="0"/>
            <a:t>Study</a:t>
          </a:r>
          <a:endParaRPr lang="en-US" dirty="0"/>
        </a:p>
      </dgm:t>
    </dgm:pt>
    <dgm:pt modelId="{87E0AEBB-0FBD-4948-A32D-71B7DC98883F}" type="parTrans" cxnId="{58394DA1-F4B2-2E42-8B60-B2D51CC4DB8A}">
      <dgm:prSet/>
      <dgm:spPr/>
      <dgm:t>
        <a:bodyPr/>
        <a:lstStyle/>
        <a:p>
          <a:endParaRPr lang="en-US"/>
        </a:p>
      </dgm:t>
    </dgm:pt>
    <dgm:pt modelId="{4269E489-D349-6247-BB6E-2BB1E3AD2C3C}" type="sibTrans" cxnId="{58394DA1-F4B2-2E42-8B60-B2D51CC4DB8A}">
      <dgm:prSet/>
      <dgm:spPr/>
      <dgm:t>
        <a:bodyPr/>
        <a:lstStyle/>
        <a:p>
          <a:endParaRPr lang="en-US"/>
        </a:p>
      </dgm:t>
    </dgm:pt>
    <dgm:pt modelId="{D5E2B0AE-C9AA-7542-A96A-E1A639EDEC95}">
      <dgm:prSet phldrT="[Text]"/>
      <dgm:spPr/>
      <dgm:t>
        <a:bodyPr/>
        <a:lstStyle/>
        <a:p>
          <a:r>
            <a:rPr lang="en-US" altLang="zh-CN" dirty="0"/>
            <a:t>Post-test</a:t>
          </a:r>
          <a:endParaRPr lang="en-US" dirty="0"/>
        </a:p>
      </dgm:t>
    </dgm:pt>
    <dgm:pt modelId="{4B26545E-4A92-AC4C-93BF-C5BAEDD76CA9}" type="parTrans" cxnId="{F8D3164A-35B6-FC43-A269-F9B0925CEC6D}">
      <dgm:prSet/>
      <dgm:spPr/>
      <dgm:t>
        <a:bodyPr/>
        <a:lstStyle/>
        <a:p>
          <a:endParaRPr lang="en-US"/>
        </a:p>
      </dgm:t>
    </dgm:pt>
    <dgm:pt modelId="{E260B731-BF35-EA4D-AE16-3CA5A32C56FB}" type="sibTrans" cxnId="{F8D3164A-35B6-FC43-A269-F9B0925CEC6D}">
      <dgm:prSet/>
      <dgm:spPr/>
      <dgm:t>
        <a:bodyPr/>
        <a:lstStyle/>
        <a:p>
          <a:endParaRPr lang="en-US"/>
        </a:p>
      </dgm:t>
    </dgm:pt>
    <dgm:pt modelId="{8E68EC96-F2A6-384F-9157-865E4B756309}">
      <dgm:prSet phldrT="[Text]"/>
      <dgm:spPr/>
      <dgm:t>
        <a:bodyPr/>
        <a:lstStyle/>
        <a:p>
          <a:r>
            <a:rPr lang="en-US" altLang="zh-CN" dirty="0"/>
            <a:t>Pre-test</a:t>
          </a:r>
          <a:endParaRPr lang="en-US" dirty="0"/>
        </a:p>
      </dgm:t>
    </dgm:pt>
    <dgm:pt modelId="{5EABF647-2930-E543-9945-9507F3563B04}" type="sibTrans" cxnId="{3E7CD9CF-2FC8-554A-836C-F794F907AFFF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CBBB4FF9-01BC-5A4D-AF19-3660E5FEA6A3}" type="parTrans" cxnId="{3E7CD9CF-2FC8-554A-836C-F794F907AFFF}">
      <dgm:prSet/>
      <dgm:spPr/>
      <dgm:t>
        <a:bodyPr/>
        <a:lstStyle/>
        <a:p>
          <a:endParaRPr lang="en-US"/>
        </a:p>
      </dgm:t>
    </dgm:pt>
    <dgm:pt modelId="{2B3B88F3-237B-3640-BA5A-1B4EAE4E5062}" type="pres">
      <dgm:prSet presAssocID="{5D2974E1-0FE9-2F4E-B16F-E9B0B06B27D9}" presName="Name0" presStyleCnt="0">
        <dgm:presLayoutVars>
          <dgm:dir/>
          <dgm:resizeHandles val="exact"/>
        </dgm:presLayoutVars>
      </dgm:prSet>
      <dgm:spPr/>
    </dgm:pt>
    <dgm:pt modelId="{8AA0AC61-53CD-1845-BD23-333C772FEB76}" type="pres">
      <dgm:prSet presAssocID="{E9980B98-5599-154B-91CE-DE1F688EB719}" presName="node" presStyleLbl="node1" presStyleIdx="0" presStyleCnt="3" custScaleY="60714">
        <dgm:presLayoutVars>
          <dgm:bulletEnabled val="1"/>
        </dgm:presLayoutVars>
      </dgm:prSet>
      <dgm:spPr/>
    </dgm:pt>
    <dgm:pt modelId="{D2B4A358-0396-3E48-9672-346835CD9E65}" type="pres">
      <dgm:prSet presAssocID="{4269E489-D349-6247-BB6E-2BB1E3AD2C3C}" presName="sibTrans" presStyleLbl="sibTrans2D1" presStyleIdx="0" presStyleCnt="2"/>
      <dgm:spPr/>
    </dgm:pt>
    <dgm:pt modelId="{FB22AA1A-7FC2-314A-A5DD-43CE9AFEDBEC}" type="pres">
      <dgm:prSet presAssocID="{4269E489-D349-6247-BB6E-2BB1E3AD2C3C}" presName="connectorText" presStyleLbl="sibTrans2D1" presStyleIdx="0" presStyleCnt="2"/>
      <dgm:spPr/>
    </dgm:pt>
    <dgm:pt modelId="{F378B938-B92D-794C-9647-A097DEDDBD99}" type="pres">
      <dgm:prSet presAssocID="{8E68EC96-F2A6-384F-9157-865E4B756309}" presName="node" presStyleLbl="node1" presStyleIdx="1" presStyleCnt="3" custScaleY="63340">
        <dgm:presLayoutVars>
          <dgm:bulletEnabled val="1"/>
        </dgm:presLayoutVars>
      </dgm:prSet>
      <dgm:spPr/>
    </dgm:pt>
    <dgm:pt modelId="{3B488880-D33E-2145-A03B-D8DA559330EA}" type="pres">
      <dgm:prSet presAssocID="{5EABF647-2930-E543-9945-9507F3563B04}" presName="sibTrans" presStyleLbl="sibTrans2D1" presStyleIdx="1" presStyleCnt="2"/>
      <dgm:spPr/>
    </dgm:pt>
    <dgm:pt modelId="{10C0B2B6-B88C-204B-ABDD-B4056076FB12}" type="pres">
      <dgm:prSet presAssocID="{5EABF647-2930-E543-9945-9507F3563B04}" presName="connectorText" presStyleLbl="sibTrans2D1" presStyleIdx="1" presStyleCnt="2"/>
      <dgm:spPr/>
    </dgm:pt>
    <dgm:pt modelId="{A0DF0DE9-66E7-E14F-BCE5-B4D05B1559D3}" type="pres">
      <dgm:prSet presAssocID="{D5E2B0AE-C9AA-7542-A96A-E1A639EDEC95}" presName="node" presStyleLbl="node1" presStyleIdx="2" presStyleCnt="3" custScaleY="68596">
        <dgm:presLayoutVars>
          <dgm:bulletEnabled val="1"/>
        </dgm:presLayoutVars>
      </dgm:prSet>
      <dgm:spPr/>
    </dgm:pt>
  </dgm:ptLst>
  <dgm:cxnLst>
    <dgm:cxn modelId="{2081E603-CE94-4F43-A98D-50677741C101}" type="presOf" srcId="{4269E489-D349-6247-BB6E-2BB1E3AD2C3C}" destId="{D2B4A358-0396-3E48-9672-346835CD9E65}" srcOrd="0" destOrd="0" presId="urn:microsoft.com/office/officeart/2005/8/layout/process1"/>
    <dgm:cxn modelId="{8FDB0F21-791C-0F46-A3C8-0DF725FCE666}" type="presOf" srcId="{5D2974E1-0FE9-2F4E-B16F-E9B0B06B27D9}" destId="{2B3B88F3-237B-3640-BA5A-1B4EAE4E5062}" srcOrd="0" destOrd="0" presId="urn:microsoft.com/office/officeart/2005/8/layout/process1"/>
    <dgm:cxn modelId="{F8D3164A-35B6-FC43-A269-F9B0925CEC6D}" srcId="{5D2974E1-0FE9-2F4E-B16F-E9B0B06B27D9}" destId="{D5E2B0AE-C9AA-7542-A96A-E1A639EDEC95}" srcOrd="2" destOrd="0" parTransId="{4B26545E-4A92-AC4C-93BF-C5BAEDD76CA9}" sibTransId="{E260B731-BF35-EA4D-AE16-3CA5A32C56FB}"/>
    <dgm:cxn modelId="{50EA2854-61E0-EA43-8EF6-D83E525B9E0C}" type="presOf" srcId="{5EABF647-2930-E543-9945-9507F3563B04}" destId="{3B488880-D33E-2145-A03B-D8DA559330EA}" srcOrd="0" destOrd="0" presId="urn:microsoft.com/office/officeart/2005/8/layout/process1"/>
    <dgm:cxn modelId="{3DA4938F-9DE8-4341-BEA6-9F1AA1A61528}" type="presOf" srcId="{D5E2B0AE-C9AA-7542-A96A-E1A639EDEC95}" destId="{A0DF0DE9-66E7-E14F-BCE5-B4D05B1559D3}" srcOrd="0" destOrd="0" presId="urn:microsoft.com/office/officeart/2005/8/layout/process1"/>
    <dgm:cxn modelId="{58394DA1-F4B2-2E42-8B60-B2D51CC4DB8A}" srcId="{5D2974E1-0FE9-2F4E-B16F-E9B0B06B27D9}" destId="{E9980B98-5599-154B-91CE-DE1F688EB719}" srcOrd="0" destOrd="0" parTransId="{87E0AEBB-0FBD-4948-A32D-71B7DC98883F}" sibTransId="{4269E489-D349-6247-BB6E-2BB1E3AD2C3C}"/>
    <dgm:cxn modelId="{D10765C1-7091-A946-89E0-FAD7D4AA5AA2}" type="presOf" srcId="{E9980B98-5599-154B-91CE-DE1F688EB719}" destId="{8AA0AC61-53CD-1845-BD23-333C772FEB76}" srcOrd="0" destOrd="0" presId="urn:microsoft.com/office/officeart/2005/8/layout/process1"/>
    <dgm:cxn modelId="{B96F29CB-BAE4-4E40-8D01-C9F5C8EBA38B}" type="presOf" srcId="{8E68EC96-F2A6-384F-9157-865E4B756309}" destId="{F378B938-B92D-794C-9647-A097DEDDBD99}" srcOrd="0" destOrd="0" presId="urn:microsoft.com/office/officeart/2005/8/layout/process1"/>
    <dgm:cxn modelId="{3E7CD9CF-2FC8-554A-836C-F794F907AFFF}" srcId="{5D2974E1-0FE9-2F4E-B16F-E9B0B06B27D9}" destId="{8E68EC96-F2A6-384F-9157-865E4B756309}" srcOrd="1" destOrd="0" parTransId="{CBBB4FF9-01BC-5A4D-AF19-3660E5FEA6A3}" sibTransId="{5EABF647-2930-E543-9945-9507F3563B04}"/>
    <dgm:cxn modelId="{2716F8ED-7134-4042-9407-17D80136CAD7}" type="presOf" srcId="{5EABF647-2930-E543-9945-9507F3563B04}" destId="{10C0B2B6-B88C-204B-ABDD-B4056076FB12}" srcOrd="1" destOrd="0" presId="urn:microsoft.com/office/officeart/2005/8/layout/process1"/>
    <dgm:cxn modelId="{5B9798F5-00FE-DD4F-91F2-0B814DC6E8A2}" type="presOf" srcId="{4269E489-D349-6247-BB6E-2BB1E3AD2C3C}" destId="{FB22AA1A-7FC2-314A-A5DD-43CE9AFEDBEC}" srcOrd="1" destOrd="0" presId="urn:microsoft.com/office/officeart/2005/8/layout/process1"/>
    <dgm:cxn modelId="{A60BD814-B005-0846-99AC-FCB2067E235B}" type="presParOf" srcId="{2B3B88F3-237B-3640-BA5A-1B4EAE4E5062}" destId="{8AA0AC61-53CD-1845-BD23-333C772FEB76}" srcOrd="0" destOrd="0" presId="urn:microsoft.com/office/officeart/2005/8/layout/process1"/>
    <dgm:cxn modelId="{2642909E-96B5-354D-868C-E967CBBD716E}" type="presParOf" srcId="{2B3B88F3-237B-3640-BA5A-1B4EAE4E5062}" destId="{D2B4A358-0396-3E48-9672-346835CD9E65}" srcOrd="1" destOrd="0" presId="urn:microsoft.com/office/officeart/2005/8/layout/process1"/>
    <dgm:cxn modelId="{247D9491-CB7A-474F-B094-88CA8CBCBA7C}" type="presParOf" srcId="{D2B4A358-0396-3E48-9672-346835CD9E65}" destId="{FB22AA1A-7FC2-314A-A5DD-43CE9AFEDBEC}" srcOrd="0" destOrd="0" presId="urn:microsoft.com/office/officeart/2005/8/layout/process1"/>
    <dgm:cxn modelId="{40863777-690C-0242-A9FB-990D3CEB76D2}" type="presParOf" srcId="{2B3B88F3-237B-3640-BA5A-1B4EAE4E5062}" destId="{F378B938-B92D-794C-9647-A097DEDDBD99}" srcOrd="2" destOrd="0" presId="urn:microsoft.com/office/officeart/2005/8/layout/process1"/>
    <dgm:cxn modelId="{24C673B2-39CC-A041-A898-13C714DEEC43}" type="presParOf" srcId="{2B3B88F3-237B-3640-BA5A-1B4EAE4E5062}" destId="{3B488880-D33E-2145-A03B-D8DA559330EA}" srcOrd="3" destOrd="0" presId="urn:microsoft.com/office/officeart/2005/8/layout/process1"/>
    <dgm:cxn modelId="{5A3B4295-BA85-0C46-8F69-BF85779AC486}" type="presParOf" srcId="{3B488880-D33E-2145-A03B-D8DA559330EA}" destId="{10C0B2B6-B88C-204B-ABDD-B4056076FB12}" srcOrd="0" destOrd="0" presId="urn:microsoft.com/office/officeart/2005/8/layout/process1"/>
    <dgm:cxn modelId="{C6A5D7BC-6EF0-5446-9DA9-CB158993EBB3}" type="presParOf" srcId="{2B3B88F3-237B-3640-BA5A-1B4EAE4E5062}" destId="{A0DF0DE9-66E7-E14F-BCE5-B4D05B1559D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2974E1-0FE9-2F4E-B16F-E9B0B06B27D9}" type="doc">
      <dgm:prSet loTypeId="urn:microsoft.com/office/officeart/2005/8/layout/process1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9980B98-5599-154B-91CE-DE1F688EB719}">
      <dgm:prSet phldrT="[Text]"/>
      <dgm:spPr/>
      <dgm:t>
        <a:bodyPr/>
        <a:lstStyle/>
        <a:p>
          <a:r>
            <a:rPr lang="en-US" altLang="zh-CN" dirty="0"/>
            <a:t>Initial</a:t>
          </a:r>
          <a:r>
            <a:rPr lang="zh-CN" altLang="en-US" dirty="0"/>
            <a:t> </a:t>
          </a:r>
          <a:r>
            <a:rPr lang="en-US" altLang="zh-CN" dirty="0"/>
            <a:t>Study</a:t>
          </a:r>
          <a:endParaRPr lang="en-US" dirty="0"/>
        </a:p>
      </dgm:t>
    </dgm:pt>
    <dgm:pt modelId="{87E0AEBB-0FBD-4948-A32D-71B7DC98883F}" type="parTrans" cxnId="{58394DA1-F4B2-2E42-8B60-B2D51CC4DB8A}">
      <dgm:prSet/>
      <dgm:spPr/>
      <dgm:t>
        <a:bodyPr/>
        <a:lstStyle/>
        <a:p>
          <a:endParaRPr lang="en-US"/>
        </a:p>
      </dgm:t>
    </dgm:pt>
    <dgm:pt modelId="{4269E489-D349-6247-BB6E-2BB1E3AD2C3C}" type="sibTrans" cxnId="{58394DA1-F4B2-2E42-8B60-B2D51CC4DB8A}">
      <dgm:prSet/>
      <dgm:spPr/>
      <dgm:t>
        <a:bodyPr/>
        <a:lstStyle/>
        <a:p>
          <a:endParaRPr lang="en-US"/>
        </a:p>
      </dgm:t>
    </dgm:pt>
    <dgm:pt modelId="{8E68EC96-F2A6-384F-9157-865E4B756309}">
      <dgm:prSet phldrT="[Text]"/>
      <dgm:spPr/>
      <dgm:t>
        <a:bodyPr/>
        <a:lstStyle/>
        <a:p>
          <a:r>
            <a:rPr lang="en-US" altLang="zh-CN" dirty="0"/>
            <a:t>Training</a:t>
          </a:r>
          <a:r>
            <a:rPr lang="zh-CN" altLang="en-US" dirty="0"/>
            <a:t> </a:t>
          </a:r>
          <a:endParaRPr lang="en-US" dirty="0"/>
        </a:p>
      </dgm:t>
    </dgm:pt>
    <dgm:pt modelId="{CBBB4FF9-01BC-5A4D-AF19-3660E5FEA6A3}" type="parTrans" cxnId="{3E7CD9CF-2FC8-554A-836C-F794F907AFFF}">
      <dgm:prSet/>
      <dgm:spPr/>
      <dgm:t>
        <a:bodyPr/>
        <a:lstStyle/>
        <a:p>
          <a:endParaRPr lang="en-US"/>
        </a:p>
      </dgm:t>
    </dgm:pt>
    <dgm:pt modelId="{5EABF647-2930-E543-9945-9507F3563B04}" type="sibTrans" cxnId="{3E7CD9CF-2FC8-554A-836C-F794F907AFFF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D5E2B0AE-C9AA-7542-A96A-E1A639EDEC95}">
      <dgm:prSet phldrT="[Text]"/>
      <dgm:spPr/>
      <dgm:t>
        <a:bodyPr/>
        <a:lstStyle/>
        <a:p>
          <a:r>
            <a:rPr lang="en-US" altLang="zh-CN" dirty="0"/>
            <a:t>Post-test</a:t>
          </a:r>
          <a:endParaRPr lang="en-US" dirty="0"/>
        </a:p>
      </dgm:t>
    </dgm:pt>
    <dgm:pt modelId="{4B26545E-4A92-AC4C-93BF-C5BAEDD76CA9}" type="parTrans" cxnId="{F8D3164A-35B6-FC43-A269-F9B0925CEC6D}">
      <dgm:prSet/>
      <dgm:spPr/>
      <dgm:t>
        <a:bodyPr/>
        <a:lstStyle/>
        <a:p>
          <a:endParaRPr lang="en-US"/>
        </a:p>
      </dgm:t>
    </dgm:pt>
    <dgm:pt modelId="{E260B731-BF35-EA4D-AE16-3CA5A32C56FB}" type="sibTrans" cxnId="{F8D3164A-35B6-FC43-A269-F9B0925CEC6D}">
      <dgm:prSet/>
      <dgm:spPr/>
      <dgm:t>
        <a:bodyPr/>
        <a:lstStyle/>
        <a:p>
          <a:endParaRPr lang="en-US"/>
        </a:p>
      </dgm:t>
    </dgm:pt>
    <dgm:pt modelId="{2B3B88F3-237B-3640-BA5A-1B4EAE4E5062}" type="pres">
      <dgm:prSet presAssocID="{5D2974E1-0FE9-2F4E-B16F-E9B0B06B27D9}" presName="Name0" presStyleCnt="0">
        <dgm:presLayoutVars>
          <dgm:dir/>
          <dgm:resizeHandles val="exact"/>
        </dgm:presLayoutVars>
      </dgm:prSet>
      <dgm:spPr/>
    </dgm:pt>
    <dgm:pt modelId="{8AA0AC61-53CD-1845-BD23-333C772FEB76}" type="pres">
      <dgm:prSet presAssocID="{E9980B98-5599-154B-91CE-DE1F688EB719}" presName="node" presStyleLbl="node1" presStyleIdx="0" presStyleCnt="3" custScaleY="60714">
        <dgm:presLayoutVars>
          <dgm:bulletEnabled val="1"/>
        </dgm:presLayoutVars>
      </dgm:prSet>
      <dgm:spPr/>
    </dgm:pt>
    <dgm:pt modelId="{D2B4A358-0396-3E48-9672-346835CD9E65}" type="pres">
      <dgm:prSet presAssocID="{4269E489-D349-6247-BB6E-2BB1E3AD2C3C}" presName="sibTrans" presStyleLbl="sibTrans2D1" presStyleIdx="0" presStyleCnt="2"/>
      <dgm:spPr/>
    </dgm:pt>
    <dgm:pt modelId="{FB22AA1A-7FC2-314A-A5DD-43CE9AFEDBEC}" type="pres">
      <dgm:prSet presAssocID="{4269E489-D349-6247-BB6E-2BB1E3AD2C3C}" presName="connectorText" presStyleLbl="sibTrans2D1" presStyleIdx="0" presStyleCnt="2"/>
      <dgm:spPr/>
    </dgm:pt>
    <dgm:pt modelId="{F378B938-B92D-794C-9647-A097DEDDBD99}" type="pres">
      <dgm:prSet presAssocID="{8E68EC96-F2A6-384F-9157-865E4B756309}" presName="node" presStyleLbl="node1" presStyleIdx="1" presStyleCnt="3" custScaleY="63340">
        <dgm:presLayoutVars>
          <dgm:bulletEnabled val="1"/>
        </dgm:presLayoutVars>
      </dgm:prSet>
      <dgm:spPr/>
    </dgm:pt>
    <dgm:pt modelId="{3B488880-D33E-2145-A03B-D8DA559330EA}" type="pres">
      <dgm:prSet presAssocID="{5EABF647-2930-E543-9945-9507F3563B04}" presName="sibTrans" presStyleLbl="sibTrans2D1" presStyleIdx="1" presStyleCnt="2"/>
      <dgm:spPr/>
    </dgm:pt>
    <dgm:pt modelId="{10C0B2B6-B88C-204B-ABDD-B4056076FB12}" type="pres">
      <dgm:prSet presAssocID="{5EABF647-2930-E543-9945-9507F3563B04}" presName="connectorText" presStyleLbl="sibTrans2D1" presStyleIdx="1" presStyleCnt="2"/>
      <dgm:spPr/>
    </dgm:pt>
    <dgm:pt modelId="{A0DF0DE9-66E7-E14F-BCE5-B4D05B1559D3}" type="pres">
      <dgm:prSet presAssocID="{D5E2B0AE-C9AA-7542-A96A-E1A639EDEC95}" presName="node" presStyleLbl="node1" presStyleIdx="2" presStyleCnt="3" custScaleY="68596">
        <dgm:presLayoutVars>
          <dgm:bulletEnabled val="1"/>
        </dgm:presLayoutVars>
      </dgm:prSet>
      <dgm:spPr/>
    </dgm:pt>
  </dgm:ptLst>
  <dgm:cxnLst>
    <dgm:cxn modelId="{2081E603-CE94-4F43-A98D-50677741C101}" type="presOf" srcId="{4269E489-D349-6247-BB6E-2BB1E3AD2C3C}" destId="{D2B4A358-0396-3E48-9672-346835CD9E65}" srcOrd="0" destOrd="0" presId="urn:microsoft.com/office/officeart/2005/8/layout/process1"/>
    <dgm:cxn modelId="{8FDB0F21-791C-0F46-A3C8-0DF725FCE666}" type="presOf" srcId="{5D2974E1-0FE9-2F4E-B16F-E9B0B06B27D9}" destId="{2B3B88F3-237B-3640-BA5A-1B4EAE4E5062}" srcOrd="0" destOrd="0" presId="urn:microsoft.com/office/officeart/2005/8/layout/process1"/>
    <dgm:cxn modelId="{F8D3164A-35B6-FC43-A269-F9B0925CEC6D}" srcId="{5D2974E1-0FE9-2F4E-B16F-E9B0B06B27D9}" destId="{D5E2B0AE-C9AA-7542-A96A-E1A639EDEC95}" srcOrd="2" destOrd="0" parTransId="{4B26545E-4A92-AC4C-93BF-C5BAEDD76CA9}" sibTransId="{E260B731-BF35-EA4D-AE16-3CA5A32C56FB}"/>
    <dgm:cxn modelId="{50EA2854-61E0-EA43-8EF6-D83E525B9E0C}" type="presOf" srcId="{5EABF647-2930-E543-9945-9507F3563B04}" destId="{3B488880-D33E-2145-A03B-D8DA559330EA}" srcOrd="0" destOrd="0" presId="urn:microsoft.com/office/officeart/2005/8/layout/process1"/>
    <dgm:cxn modelId="{3DA4938F-9DE8-4341-BEA6-9F1AA1A61528}" type="presOf" srcId="{D5E2B0AE-C9AA-7542-A96A-E1A639EDEC95}" destId="{A0DF0DE9-66E7-E14F-BCE5-B4D05B1559D3}" srcOrd="0" destOrd="0" presId="urn:microsoft.com/office/officeart/2005/8/layout/process1"/>
    <dgm:cxn modelId="{58394DA1-F4B2-2E42-8B60-B2D51CC4DB8A}" srcId="{5D2974E1-0FE9-2F4E-B16F-E9B0B06B27D9}" destId="{E9980B98-5599-154B-91CE-DE1F688EB719}" srcOrd="0" destOrd="0" parTransId="{87E0AEBB-0FBD-4948-A32D-71B7DC98883F}" sibTransId="{4269E489-D349-6247-BB6E-2BB1E3AD2C3C}"/>
    <dgm:cxn modelId="{D10765C1-7091-A946-89E0-FAD7D4AA5AA2}" type="presOf" srcId="{E9980B98-5599-154B-91CE-DE1F688EB719}" destId="{8AA0AC61-53CD-1845-BD23-333C772FEB76}" srcOrd="0" destOrd="0" presId="urn:microsoft.com/office/officeart/2005/8/layout/process1"/>
    <dgm:cxn modelId="{B96F29CB-BAE4-4E40-8D01-C9F5C8EBA38B}" type="presOf" srcId="{8E68EC96-F2A6-384F-9157-865E4B756309}" destId="{F378B938-B92D-794C-9647-A097DEDDBD99}" srcOrd="0" destOrd="0" presId="urn:microsoft.com/office/officeart/2005/8/layout/process1"/>
    <dgm:cxn modelId="{3E7CD9CF-2FC8-554A-836C-F794F907AFFF}" srcId="{5D2974E1-0FE9-2F4E-B16F-E9B0B06B27D9}" destId="{8E68EC96-F2A6-384F-9157-865E4B756309}" srcOrd="1" destOrd="0" parTransId="{CBBB4FF9-01BC-5A4D-AF19-3660E5FEA6A3}" sibTransId="{5EABF647-2930-E543-9945-9507F3563B04}"/>
    <dgm:cxn modelId="{2716F8ED-7134-4042-9407-17D80136CAD7}" type="presOf" srcId="{5EABF647-2930-E543-9945-9507F3563B04}" destId="{10C0B2B6-B88C-204B-ABDD-B4056076FB12}" srcOrd="1" destOrd="0" presId="urn:microsoft.com/office/officeart/2005/8/layout/process1"/>
    <dgm:cxn modelId="{5B9798F5-00FE-DD4F-91F2-0B814DC6E8A2}" type="presOf" srcId="{4269E489-D349-6247-BB6E-2BB1E3AD2C3C}" destId="{FB22AA1A-7FC2-314A-A5DD-43CE9AFEDBEC}" srcOrd="1" destOrd="0" presId="urn:microsoft.com/office/officeart/2005/8/layout/process1"/>
    <dgm:cxn modelId="{A60BD814-B005-0846-99AC-FCB2067E235B}" type="presParOf" srcId="{2B3B88F3-237B-3640-BA5A-1B4EAE4E5062}" destId="{8AA0AC61-53CD-1845-BD23-333C772FEB76}" srcOrd="0" destOrd="0" presId="urn:microsoft.com/office/officeart/2005/8/layout/process1"/>
    <dgm:cxn modelId="{2642909E-96B5-354D-868C-E967CBBD716E}" type="presParOf" srcId="{2B3B88F3-237B-3640-BA5A-1B4EAE4E5062}" destId="{D2B4A358-0396-3E48-9672-346835CD9E65}" srcOrd="1" destOrd="0" presId="urn:microsoft.com/office/officeart/2005/8/layout/process1"/>
    <dgm:cxn modelId="{247D9491-CB7A-474F-B094-88CA8CBCBA7C}" type="presParOf" srcId="{D2B4A358-0396-3E48-9672-346835CD9E65}" destId="{FB22AA1A-7FC2-314A-A5DD-43CE9AFEDBEC}" srcOrd="0" destOrd="0" presId="urn:microsoft.com/office/officeart/2005/8/layout/process1"/>
    <dgm:cxn modelId="{40863777-690C-0242-A9FB-990D3CEB76D2}" type="presParOf" srcId="{2B3B88F3-237B-3640-BA5A-1B4EAE4E5062}" destId="{F378B938-B92D-794C-9647-A097DEDDBD99}" srcOrd="2" destOrd="0" presId="urn:microsoft.com/office/officeart/2005/8/layout/process1"/>
    <dgm:cxn modelId="{24C673B2-39CC-A041-A898-13C714DEEC43}" type="presParOf" srcId="{2B3B88F3-237B-3640-BA5A-1B4EAE4E5062}" destId="{3B488880-D33E-2145-A03B-D8DA559330EA}" srcOrd="3" destOrd="0" presId="urn:microsoft.com/office/officeart/2005/8/layout/process1"/>
    <dgm:cxn modelId="{5A3B4295-BA85-0C46-8F69-BF85779AC486}" type="presParOf" srcId="{3B488880-D33E-2145-A03B-D8DA559330EA}" destId="{10C0B2B6-B88C-204B-ABDD-B4056076FB12}" srcOrd="0" destOrd="0" presId="urn:microsoft.com/office/officeart/2005/8/layout/process1"/>
    <dgm:cxn modelId="{C6A5D7BC-6EF0-5446-9DA9-CB158993EBB3}" type="presParOf" srcId="{2B3B88F3-237B-3640-BA5A-1B4EAE4E5062}" destId="{A0DF0DE9-66E7-E14F-BCE5-B4D05B1559D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2974E1-0FE9-2F4E-B16F-E9B0B06B27D9}" type="doc">
      <dgm:prSet loTypeId="urn:microsoft.com/office/officeart/2005/8/layout/process1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9980B98-5599-154B-91CE-DE1F688EB719}">
      <dgm:prSet phldrT="[Text]"/>
      <dgm:spPr/>
      <dgm:t>
        <a:bodyPr/>
        <a:lstStyle/>
        <a:p>
          <a:r>
            <a:rPr lang="en-US" altLang="zh-CN" dirty="0"/>
            <a:t>Initial</a:t>
          </a:r>
          <a:r>
            <a:rPr lang="zh-CN" altLang="en-US" dirty="0"/>
            <a:t> </a:t>
          </a:r>
          <a:r>
            <a:rPr lang="en-US" altLang="zh-CN" dirty="0"/>
            <a:t>Study</a:t>
          </a:r>
          <a:endParaRPr lang="en-US" dirty="0"/>
        </a:p>
      </dgm:t>
    </dgm:pt>
    <dgm:pt modelId="{87E0AEBB-0FBD-4948-A32D-71B7DC98883F}" type="parTrans" cxnId="{58394DA1-F4B2-2E42-8B60-B2D51CC4DB8A}">
      <dgm:prSet/>
      <dgm:spPr/>
      <dgm:t>
        <a:bodyPr/>
        <a:lstStyle/>
        <a:p>
          <a:endParaRPr lang="en-US"/>
        </a:p>
      </dgm:t>
    </dgm:pt>
    <dgm:pt modelId="{4269E489-D349-6247-BB6E-2BB1E3AD2C3C}" type="sibTrans" cxnId="{58394DA1-F4B2-2E42-8B60-B2D51CC4DB8A}">
      <dgm:prSet/>
      <dgm:spPr/>
      <dgm:t>
        <a:bodyPr/>
        <a:lstStyle/>
        <a:p>
          <a:endParaRPr lang="en-US"/>
        </a:p>
      </dgm:t>
    </dgm:pt>
    <dgm:pt modelId="{8E68EC96-F2A6-384F-9157-865E4B756309}">
      <dgm:prSet phldrT="[Text]"/>
      <dgm:spPr/>
      <dgm:t>
        <a:bodyPr/>
        <a:lstStyle/>
        <a:p>
          <a:r>
            <a:rPr lang="en-US" altLang="zh-CN" dirty="0"/>
            <a:t>Training</a:t>
          </a:r>
          <a:r>
            <a:rPr lang="zh-CN" altLang="en-US" dirty="0"/>
            <a:t> </a:t>
          </a:r>
          <a:endParaRPr lang="en-US" dirty="0"/>
        </a:p>
      </dgm:t>
    </dgm:pt>
    <dgm:pt modelId="{CBBB4FF9-01BC-5A4D-AF19-3660E5FEA6A3}" type="parTrans" cxnId="{3E7CD9CF-2FC8-554A-836C-F794F907AFFF}">
      <dgm:prSet/>
      <dgm:spPr/>
      <dgm:t>
        <a:bodyPr/>
        <a:lstStyle/>
        <a:p>
          <a:endParaRPr lang="en-US"/>
        </a:p>
      </dgm:t>
    </dgm:pt>
    <dgm:pt modelId="{5EABF647-2930-E543-9945-9507F3563B04}" type="sibTrans" cxnId="{3E7CD9CF-2FC8-554A-836C-F794F907AFFF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D5E2B0AE-C9AA-7542-A96A-E1A639EDEC95}">
      <dgm:prSet phldrT="[Text]"/>
      <dgm:spPr/>
      <dgm:t>
        <a:bodyPr/>
        <a:lstStyle/>
        <a:p>
          <a:r>
            <a:rPr lang="en-US" altLang="zh-CN" dirty="0"/>
            <a:t>Post-test</a:t>
          </a:r>
          <a:endParaRPr lang="en-US" dirty="0"/>
        </a:p>
      </dgm:t>
    </dgm:pt>
    <dgm:pt modelId="{4B26545E-4A92-AC4C-93BF-C5BAEDD76CA9}" type="parTrans" cxnId="{F8D3164A-35B6-FC43-A269-F9B0925CEC6D}">
      <dgm:prSet/>
      <dgm:spPr/>
      <dgm:t>
        <a:bodyPr/>
        <a:lstStyle/>
        <a:p>
          <a:endParaRPr lang="en-US"/>
        </a:p>
      </dgm:t>
    </dgm:pt>
    <dgm:pt modelId="{E260B731-BF35-EA4D-AE16-3CA5A32C56FB}" type="sibTrans" cxnId="{F8D3164A-35B6-FC43-A269-F9B0925CEC6D}">
      <dgm:prSet/>
      <dgm:spPr/>
      <dgm:t>
        <a:bodyPr/>
        <a:lstStyle/>
        <a:p>
          <a:endParaRPr lang="en-US"/>
        </a:p>
      </dgm:t>
    </dgm:pt>
    <dgm:pt modelId="{2B3B88F3-237B-3640-BA5A-1B4EAE4E5062}" type="pres">
      <dgm:prSet presAssocID="{5D2974E1-0FE9-2F4E-B16F-E9B0B06B27D9}" presName="Name0" presStyleCnt="0">
        <dgm:presLayoutVars>
          <dgm:dir/>
          <dgm:resizeHandles val="exact"/>
        </dgm:presLayoutVars>
      </dgm:prSet>
      <dgm:spPr/>
    </dgm:pt>
    <dgm:pt modelId="{8AA0AC61-53CD-1845-BD23-333C772FEB76}" type="pres">
      <dgm:prSet presAssocID="{E9980B98-5599-154B-91CE-DE1F688EB719}" presName="node" presStyleLbl="node1" presStyleIdx="0" presStyleCnt="3" custScaleY="60714">
        <dgm:presLayoutVars>
          <dgm:bulletEnabled val="1"/>
        </dgm:presLayoutVars>
      </dgm:prSet>
      <dgm:spPr/>
    </dgm:pt>
    <dgm:pt modelId="{D2B4A358-0396-3E48-9672-346835CD9E65}" type="pres">
      <dgm:prSet presAssocID="{4269E489-D349-6247-BB6E-2BB1E3AD2C3C}" presName="sibTrans" presStyleLbl="sibTrans2D1" presStyleIdx="0" presStyleCnt="2"/>
      <dgm:spPr/>
    </dgm:pt>
    <dgm:pt modelId="{FB22AA1A-7FC2-314A-A5DD-43CE9AFEDBEC}" type="pres">
      <dgm:prSet presAssocID="{4269E489-D349-6247-BB6E-2BB1E3AD2C3C}" presName="connectorText" presStyleLbl="sibTrans2D1" presStyleIdx="0" presStyleCnt="2"/>
      <dgm:spPr/>
    </dgm:pt>
    <dgm:pt modelId="{F378B938-B92D-794C-9647-A097DEDDBD99}" type="pres">
      <dgm:prSet presAssocID="{8E68EC96-F2A6-384F-9157-865E4B756309}" presName="node" presStyleLbl="node1" presStyleIdx="1" presStyleCnt="3" custScaleY="63340">
        <dgm:presLayoutVars>
          <dgm:bulletEnabled val="1"/>
        </dgm:presLayoutVars>
      </dgm:prSet>
      <dgm:spPr/>
    </dgm:pt>
    <dgm:pt modelId="{3B488880-D33E-2145-A03B-D8DA559330EA}" type="pres">
      <dgm:prSet presAssocID="{5EABF647-2930-E543-9945-9507F3563B04}" presName="sibTrans" presStyleLbl="sibTrans2D1" presStyleIdx="1" presStyleCnt="2"/>
      <dgm:spPr/>
    </dgm:pt>
    <dgm:pt modelId="{10C0B2B6-B88C-204B-ABDD-B4056076FB12}" type="pres">
      <dgm:prSet presAssocID="{5EABF647-2930-E543-9945-9507F3563B04}" presName="connectorText" presStyleLbl="sibTrans2D1" presStyleIdx="1" presStyleCnt="2"/>
      <dgm:spPr/>
    </dgm:pt>
    <dgm:pt modelId="{A0DF0DE9-66E7-E14F-BCE5-B4D05B1559D3}" type="pres">
      <dgm:prSet presAssocID="{D5E2B0AE-C9AA-7542-A96A-E1A639EDEC95}" presName="node" presStyleLbl="node1" presStyleIdx="2" presStyleCnt="3" custScaleY="68596">
        <dgm:presLayoutVars>
          <dgm:bulletEnabled val="1"/>
        </dgm:presLayoutVars>
      </dgm:prSet>
      <dgm:spPr/>
    </dgm:pt>
  </dgm:ptLst>
  <dgm:cxnLst>
    <dgm:cxn modelId="{2081E603-CE94-4F43-A98D-50677741C101}" type="presOf" srcId="{4269E489-D349-6247-BB6E-2BB1E3AD2C3C}" destId="{D2B4A358-0396-3E48-9672-346835CD9E65}" srcOrd="0" destOrd="0" presId="urn:microsoft.com/office/officeart/2005/8/layout/process1"/>
    <dgm:cxn modelId="{8FDB0F21-791C-0F46-A3C8-0DF725FCE666}" type="presOf" srcId="{5D2974E1-0FE9-2F4E-B16F-E9B0B06B27D9}" destId="{2B3B88F3-237B-3640-BA5A-1B4EAE4E5062}" srcOrd="0" destOrd="0" presId="urn:microsoft.com/office/officeart/2005/8/layout/process1"/>
    <dgm:cxn modelId="{F8D3164A-35B6-FC43-A269-F9B0925CEC6D}" srcId="{5D2974E1-0FE9-2F4E-B16F-E9B0B06B27D9}" destId="{D5E2B0AE-C9AA-7542-A96A-E1A639EDEC95}" srcOrd="2" destOrd="0" parTransId="{4B26545E-4A92-AC4C-93BF-C5BAEDD76CA9}" sibTransId="{E260B731-BF35-EA4D-AE16-3CA5A32C56FB}"/>
    <dgm:cxn modelId="{50EA2854-61E0-EA43-8EF6-D83E525B9E0C}" type="presOf" srcId="{5EABF647-2930-E543-9945-9507F3563B04}" destId="{3B488880-D33E-2145-A03B-D8DA559330EA}" srcOrd="0" destOrd="0" presId="urn:microsoft.com/office/officeart/2005/8/layout/process1"/>
    <dgm:cxn modelId="{3DA4938F-9DE8-4341-BEA6-9F1AA1A61528}" type="presOf" srcId="{D5E2B0AE-C9AA-7542-A96A-E1A639EDEC95}" destId="{A0DF0DE9-66E7-E14F-BCE5-B4D05B1559D3}" srcOrd="0" destOrd="0" presId="urn:microsoft.com/office/officeart/2005/8/layout/process1"/>
    <dgm:cxn modelId="{58394DA1-F4B2-2E42-8B60-B2D51CC4DB8A}" srcId="{5D2974E1-0FE9-2F4E-B16F-E9B0B06B27D9}" destId="{E9980B98-5599-154B-91CE-DE1F688EB719}" srcOrd="0" destOrd="0" parTransId="{87E0AEBB-0FBD-4948-A32D-71B7DC98883F}" sibTransId="{4269E489-D349-6247-BB6E-2BB1E3AD2C3C}"/>
    <dgm:cxn modelId="{D10765C1-7091-A946-89E0-FAD7D4AA5AA2}" type="presOf" srcId="{E9980B98-5599-154B-91CE-DE1F688EB719}" destId="{8AA0AC61-53CD-1845-BD23-333C772FEB76}" srcOrd="0" destOrd="0" presId="urn:microsoft.com/office/officeart/2005/8/layout/process1"/>
    <dgm:cxn modelId="{B96F29CB-BAE4-4E40-8D01-C9F5C8EBA38B}" type="presOf" srcId="{8E68EC96-F2A6-384F-9157-865E4B756309}" destId="{F378B938-B92D-794C-9647-A097DEDDBD99}" srcOrd="0" destOrd="0" presId="urn:microsoft.com/office/officeart/2005/8/layout/process1"/>
    <dgm:cxn modelId="{3E7CD9CF-2FC8-554A-836C-F794F907AFFF}" srcId="{5D2974E1-0FE9-2F4E-B16F-E9B0B06B27D9}" destId="{8E68EC96-F2A6-384F-9157-865E4B756309}" srcOrd="1" destOrd="0" parTransId="{CBBB4FF9-01BC-5A4D-AF19-3660E5FEA6A3}" sibTransId="{5EABF647-2930-E543-9945-9507F3563B04}"/>
    <dgm:cxn modelId="{2716F8ED-7134-4042-9407-17D80136CAD7}" type="presOf" srcId="{5EABF647-2930-E543-9945-9507F3563B04}" destId="{10C0B2B6-B88C-204B-ABDD-B4056076FB12}" srcOrd="1" destOrd="0" presId="urn:microsoft.com/office/officeart/2005/8/layout/process1"/>
    <dgm:cxn modelId="{5B9798F5-00FE-DD4F-91F2-0B814DC6E8A2}" type="presOf" srcId="{4269E489-D349-6247-BB6E-2BB1E3AD2C3C}" destId="{FB22AA1A-7FC2-314A-A5DD-43CE9AFEDBEC}" srcOrd="1" destOrd="0" presId="urn:microsoft.com/office/officeart/2005/8/layout/process1"/>
    <dgm:cxn modelId="{A60BD814-B005-0846-99AC-FCB2067E235B}" type="presParOf" srcId="{2B3B88F3-237B-3640-BA5A-1B4EAE4E5062}" destId="{8AA0AC61-53CD-1845-BD23-333C772FEB76}" srcOrd="0" destOrd="0" presId="urn:microsoft.com/office/officeart/2005/8/layout/process1"/>
    <dgm:cxn modelId="{2642909E-96B5-354D-868C-E967CBBD716E}" type="presParOf" srcId="{2B3B88F3-237B-3640-BA5A-1B4EAE4E5062}" destId="{D2B4A358-0396-3E48-9672-346835CD9E65}" srcOrd="1" destOrd="0" presId="urn:microsoft.com/office/officeart/2005/8/layout/process1"/>
    <dgm:cxn modelId="{247D9491-CB7A-474F-B094-88CA8CBCBA7C}" type="presParOf" srcId="{D2B4A358-0396-3E48-9672-346835CD9E65}" destId="{FB22AA1A-7FC2-314A-A5DD-43CE9AFEDBEC}" srcOrd="0" destOrd="0" presId="urn:microsoft.com/office/officeart/2005/8/layout/process1"/>
    <dgm:cxn modelId="{40863777-690C-0242-A9FB-990D3CEB76D2}" type="presParOf" srcId="{2B3B88F3-237B-3640-BA5A-1B4EAE4E5062}" destId="{F378B938-B92D-794C-9647-A097DEDDBD99}" srcOrd="2" destOrd="0" presId="urn:microsoft.com/office/officeart/2005/8/layout/process1"/>
    <dgm:cxn modelId="{24C673B2-39CC-A041-A898-13C714DEEC43}" type="presParOf" srcId="{2B3B88F3-237B-3640-BA5A-1B4EAE4E5062}" destId="{3B488880-D33E-2145-A03B-D8DA559330EA}" srcOrd="3" destOrd="0" presId="urn:microsoft.com/office/officeart/2005/8/layout/process1"/>
    <dgm:cxn modelId="{5A3B4295-BA85-0C46-8F69-BF85779AC486}" type="presParOf" srcId="{3B488880-D33E-2145-A03B-D8DA559330EA}" destId="{10C0B2B6-B88C-204B-ABDD-B4056076FB12}" srcOrd="0" destOrd="0" presId="urn:microsoft.com/office/officeart/2005/8/layout/process1"/>
    <dgm:cxn modelId="{C6A5D7BC-6EF0-5446-9DA9-CB158993EBB3}" type="presParOf" srcId="{2B3B88F3-237B-3640-BA5A-1B4EAE4E5062}" destId="{A0DF0DE9-66E7-E14F-BCE5-B4D05B1559D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2974E1-0FE9-2F4E-B16F-E9B0B06B27D9}" type="doc">
      <dgm:prSet loTypeId="urn:microsoft.com/office/officeart/2005/8/layout/process1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E9980B98-5599-154B-91CE-DE1F688EB719}">
      <dgm:prSet phldrT="[Text]"/>
      <dgm:spPr/>
      <dgm:t>
        <a:bodyPr/>
        <a:lstStyle/>
        <a:p>
          <a:r>
            <a:rPr lang="en-US" altLang="zh-CN" dirty="0"/>
            <a:t>Initial</a:t>
          </a:r>
          <a:r>
            <a:rPr lang="zh-CN" altLang="en-US" dirty="0"/>
            <a:t> </a:t>
          </a:r>
          <a:r>
            <a:rPr lang="en-US" altLang="zh-CN" dirty="0"/>
            <a:t>Study</a:t>
          </a:r>
          <a:endParaRPr lang="en-US" dirty="0"/>
        </a:p>
      </dgm:t>
    </dgm:pt>
    <dgm:pt modelId="{87E0AEBB-0FBD-4948-A32D-71B7DC98883F}" type="parTrans" cxnId="{58394DA1-F4B2-2E42-8B60-B2D51CC4DB8A}">
      <dgm:prSet/>
      <dgm:spPr/>
      <dgm:t>
        <a:bodyPr/>
        <a:lstStyle/>
        <a:p>
          <a:endParaRPr lang="en-US"/>
        </a:p>
      </dgm:t>
    </dgm:pt>
    <dgm:pt modelId="{4269E489-D349-6247-BB6E-2BB1E3AD2C3C}" type="sibTrans" cxnId="{58394DA1-F4B2-2E42-8B60-B2D51CC4DB8A}">
      <dgm:prSet/>
      <dgm:spPr/>
      <dgm:t>
        <a:bodyPr/>
        <a:lstStyle/>
        <a:p>
          <a:endParaRPr lang="en-US"/>
        </a:p>
      </dgm:t>
    </dgm:pt>
    <dgm:pt modelId="{8E68EC96-F2A6-384F-9157-865E4B756309}">
      <dgm:prSet phldrT="[Text]"/>
      <dgm:spPr/>
      <dgm:t>
        <a:bodyPr/>
        <a:lstStyle/>
        <a:p>
          <a:r>
            <a:rPr lang="en-US" altLang="zh-CN" dirty="0"/>
            <a:t>Training</a:t>
          </a:r>
          <a:r>
            <a:rPr lang="zh-CN" altLang="en-US" dirty="0"/>
            <a:t> </a:t>
          </a:r>
          <a:endParaRPr lang="en-US" dirty="0"/>
        </a:p>
      </dgm:t>
    </dgm:pt>
    <dgm:pt modelId="{CBBB4FF9-01BC-5A4D-AF19-3660E5FEA6A3}" type="parTrans" cxnId="{3E7CD9CF-2FC8-554A-836C-F794F907AFFF}">
      <dgm:prSet/>
      <dgm:spPr/>
      <dgm:t>
        <a:bodyPr/>
        <a:lstStyle/>
        <a:p>
          <a:endParaRPr lang="en-US"/>
        </a:p>
      </dgm:t>
    </dgm:pt>
    <dgm:pt modelId="{5EABF647-2930-E543-9945-9507F3563B04}" type="sibTrans" cxnId="{3E7CD9CF-2FC8-554A-836C-F794F907AFFF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D5E2B0AE-C9AA-7542-A96A-E1A639EDEC95}">
      <dgm:prSet phldrT="[Text]"/>
      <dgm:spPr/>
      <dgm:t>
        <a:bodyPr/>
        <a:lstStyle/>
        <a:p>
          <a:r>
            <a:rPr lang="en-US" altLang="zh-CN" dirty="0"/>
            <a:t>Post-test</a:t>
          </a:r>
          <a:endParaRPr lang="en-US" dirty="0"/>
        </a:p>
      </dgm:t>
    </dgm:pt>
    <dgm:pt modelId="{4B26545E-4A92-AC4C-93BF-C5BAEDD76CA9}" type="parTrans" cxnId="{F8D3164A-35B6-FC43-A269-F9B0925CEC6D}">
      <dgm:prSet/>
      <dgm:spPr/>
      <dgm:t>
        <a:bodyPr/>
        <a:lstStyle/>
        <a:p>
          <a:endParaRPr lang="en-US"/>
        </a:p>
      </dgm:t>
    </dgm:pt>
    <dgm:pt modelId="{E260B731-BF35-EA4D-AE16-3CA5A32C56FB}" type="sibTrans" cxnId="{F8D3164A-35B6-FC43-A269-F9B0925CEC6D}">
      <dgm:prSet/>
      <dgm:spPr/>
      <dgm:t>
        <a:bodyPr/>
        <a:lstStyle/>
        <a:p>
          <a:endParaRPr lang="en-US"/>
        </a:p>
      </dgm:t>
    </dgm:pt>
    <dgm:pt modelId="{2B3B88F3-237B-3640-BA5A-1B4EAE4E5062}" type="pres">
      <dgm:prSet presAssocID="{5D2974E1-0FE9-2F4E-B16F-E9B0B06B27D9}" presName="Name0" presStyleCnt="0">
        <dgm:presLayoutVars>
          <dgm:dir/>
          <dgm:resizeHandles val="exact"/>
        </dgm:presLayoutVars>
      </dgm:prSet>
      <dgm:spPr/>
    </dgm:pt>
    <dgm:pt modelId="{8AA0AC61-53CD-1845-BD23-333C772FEB76}" type="pres">
      <dgm:prSet presAssocID="{E9980B98-5599-154B-91CE-DE1F688EB719}" presName="node" presStyleLbl="node1" presStyleIdx="0" presStyleCnt="3" custScaleY="60714">
        <dgm:presLayoutVars>
          <dgm:bulletEnabled val="1"/>
        </dgm:presLayoutVars>
      </dgm:prSet>
      <dgm:spPr/>
    </dgm:pt>
    <dgm:pt modelId="{D2B4A358-0396-3E48-9672-346835CD9E65}" type="pres">
      <dgm:prSet presAssocID="{4269E489-D349-6247-BB6E-2BB1E3AD2C3C}" presName="sibTrans" presStyleLbl="sibTrans2D1" presStyleIdx="0" presStyleCnt="2"/>
      <dgm:spPr/>
    </dgm:pt>
    <dgm:pt modelId="{FB22AA1A-7FC2-314A-A5DD-43CE9AFEDBEC}" type="pres">
      <dgm:prSet presAssocID="{4269E489-D349-6247-BB6E-2BB1E3AD2C3C}" presName="connectorText" presStyleLbl="sibTrans2D1" presStyleIdx="0" presStyleCnt="2"/>
      <dgm:spPr/>
    </dgm:pt>
    <dgm:pt modelId="{F378B938-B92D-794C-9647-A097DEDDBD99}" type="pres">
      <dgm:prSet presAssocID="{8E68EC96-F2A6-384F-9157-865E4B756309}" presName="node" presStyleLbl="node1" presStyleIdx="1" presStyleCnt="3" custScaleY="63340">
        <dgm:presLayoutVars>
          <dgm:bulletEnabled val="1"/>
        </dgm:presLayoutVars>
      </dgm:prSet>
      <dgm:spPr/>
    </dgm:pt>
    <dgm:pt modelId="{3B488880-D33E-2145-A03B-D8DA559330EA}" type="pres">
      <dgm:prSet presAssocID="{5EABF647-2930-E543-9945-9507F3563B04}" presName="sibTrans" presStyleLbl="sibTrans2D1" presStyleIdx="1" presStyleCnt="2"/>
      <dgm:spPr/>
    </dgm:pt>
    <dgm:pt modelId="{10C0B2B6-B88C-204B-ABDD-B4056076FB12}" type="pres">
      <dgm:prSet presAssocID="{5EABF647-2930-E543-9945-9507F3563B04}" presName="connectorText" presStyleLbl="sibTrans2D1" presStyleIdx="1" presStyleCnt="2"/>
      <dgm:spPr/>
    </dgm:pt>
    <dgm:pt modelId="{A0DF0DE9-66E7-E14F-BCE5-B4D05B1559D3}" type="pres">
      <dgm:prSet presAssocID="{D5E2B0AE-C9AA-7542-A96A-E1A639EDEC95}" presName="node" presStyleLbl="node1" presStyleIdx="2" presStyleCnt="3" custScaleY="68596">
        <dgm:presLayoutVars>
          <dgm:bulletEnabled val="1"/>
        </dgm:presLayoutVars>
      </dgm:prSet>
      <dgm:spPr/>
    </dgm:pt>
  </dgm:ptLst>
  <dgm:cxnLst>
    <dgm:cxn modelId="{2081E603-CE94-4F43-A98D-50677741C101}" type="presOf" srcId="{4269E489-D349-6247-BB6E-2BB1E3AD2C3C}" destId="{D2B4A358-0396-3E48-9672-346835CD9E65}" srcOrd="0" destOrd="0" presId="urn:microsoft.com/office/officeart/2005/8/layout/process1"/>
    <dgm:cxn modelId="{8FDB0F21-791C-0F46-A3C8-0DF725FCE666}" type="presOf" srcId="{5D2974E1-0FE9-2F4E-B16F-E9B0B06B27D9}" destId="{2B3B88F3-237B-3640-BA5A-1B4EAE4E5062}" srcOrd="0" destOrd="0" presId="urn:microsoft.com/office/officeart/2005/8/layout/process1"/>
    <dgm:cxn modelId="{F8D3164A-35B6-FC43-A269-F9B0925CEC6D}" srcId="{5D2974E1-0FE9-2F4E-B16F-E9B0B06B27D9}" destId="{D5E2B0AE-C9AA-7542-A96A-E1A639EDEC95}" srcOrd="2" destOrd="0" parTransId="{4B26545E-4A92-AC4C-93BF-C5BAEDD76CA9}" sibTransId="{E260B731-BF35-EA4D-AE16-3CA5A32C56FB}"/>
    <dgm:cxn modelId="{50EA2854-61E0-EA43-8EF6-D83E525B9E0C}" type="presOf" srcId="{5EABF647-2930-E543-9945-9507F3563B04}" destId="{3B488880-D33E-2145-A03B-D8DA559330EA}" srcOrd="0" destOrd="0" presId="urn:microsoft.com/office/officeart/2005/8/layout/process1"/>
    <dgm:cxn modelId="{3DA4938F-9DE8-4341-BEA6-9F1AA1A61528}" type="presOf" srcId="{D5E2B0AE-C9AA-7542-A96A-E1A639EDEC95}" destId="{A0DF0DE9-66E7-E14F-BCE5-B4D05B1559D3}" srcOrd="0" destOrd="0" presId="urn:microsoft.com/office/officeart/2005/8/layout/process1"/>
    <dgm:cxn modelId="{58394DA1-F4B2-2E42-8B60-B2D51CC4DB8A}" srcId="{5D2974E1-0FE9-2F4E-B16F-E9B0B06B27D9}" destId="{E9980B98-5599-154B-91CE-DE1F688EB719}" srcOrd="0" destOrd="0" parTransId="{87E0AEBB-0FBD-4948-A32D-71B7DC98883F}" sibTransId="{4269E489-D349-6247-BB6E-2BB1E3AD2C3C}"/>
    <dgm:cxn modelId="{D10765C1-7091-A946-89E0-FAD7D4AA5AA2}" type="presOf" srcId="{E9980B98-5599-154B-91CE-DE1F688EB719}" destId="{8AA0AC61-53CD-1845-BD23-333C772FEB76}" srcOrd="0" destOrd="0" presId="urn:microsoft.com/office/officeart/2005/8/layout/process1"/>
    <dgm:cxn modelId="{B96F29CB-BAE4-4E40-8D01-C9F5C8EBA38B}" type="presOf" srcId="{8E68EC96-F2A6-384F-9157-865E4B756309}" destId="{F378B938-B92D-794C-9647-A097DEDDBD99}" srcOrd="0" destOrd="0" presId="urn:microsoft.com/office/officeart/2005/8/layout/process1"/>
    <dgm:cxn modelId="{3E7CD9CF-2FC8-554A-836C-F794F907AFFF}" srcId="{5D2974E1-0FE9-2F4E-B16F-E9B0B06B27D9}" destId="{8E68EC96-F2A6-384F-9157-865E4B756309}" srcOrd="1" destOrd="0" parTransId="{CBBB4FF9-01BC-5A4D-AF19-3660E5FEA6A3}" sibTransId="{5EABF647-2930-E543-9945-9507F3563B04}"/>
    <dgm:cxn modelId="{2716F8ED-7134-4042-9407-17D80136CAD7}" type="presOf" srcId="{5EABF647-2930-E543-9945-9507F3563B04}" destId="{10C0B2B6-B88C-204B-ABDD-B4056076FB12}" srcOrd="1" destOrd="0" presId="urn:microsoft.com/office/officeart/2005/8/layout/process1"/>
    <dgm:cxn modelId="{5B9798F5-00FE-DD4F-91F2-0B814DC6E8A2}" type="presOf" srcId="{4269E489-D349-6247-BB6E-2BB1E3AD2C3C}" destId="{FB22AA1A-7FC2-314A-A5DD-43CE9AFEDBEC}" srcOrd="1" destOrd="0" presId="urn:microsoft.com/office/officeart/2005/8/layout/process1"/>
    <dgm:cxn modelId="{A60BD814-B005-0846-99AC-FCB2067E235B}" type="presParOf" srcId="{2B3B88F3-237B-3640-BA5A-1B4EAE4E5062}" destId="{8AA0AC61-53CD-1845-BD23-333C772FEB76}" srcOrd="0" destOrd="0" presId="urn:microsoft.com/office/officeart/2005/8/layout/process1"/>
    <dgm:cxn modelId="{2642909E-96B5-354D-868C-E967CBBD716E}" type="presParOf" srcId="{2B3B88F3-237B-3640-BA5A-1B4EAE4E5062}" destId="{D2B4A358-0396-3E48-9672-346835CD9E65}" srcOrd="1" destOrd="0" presId="urn:microsoft.com/office/officeart/2005/8/layout/process1"/>
    <dgm:cxn modelId="{247D9491-CB7A-474F-B094-88CA8CBCBA7C}" type="presParOf" srcId="{D2B4A358-0396-3E48-9672-346835CD9E65}" destId="{FB22AA1A-7FC2-314A-A5DD-43CE9AFEDBEC}" srcOrd="0" destOrd="0" presId="urn:microsoft.com/office/officeart/2005/8/layout/process1"/>
    <dgm:cxn modelId="{40863777-690C-0242-A9FB-990D3CEB76D2}" type="presParOf" srcId="{2B3B88F3-237B-3640-BA5A-1B4EAE4E5062}" destId="{F378B938-B92D-794C-9647-A097DEDDBD99}" srcOrd="2" destOrd="0" presId="urn:microsoft.com/office/officeart/2005/8/layout/process1"/>
    <dgm:cxn modelId="{24C673B2-39CC-A041-A898-13C714DEEC43}" type="presParOf" srcId="{2B3B88F3-237B-3640-BA5A-1B4EAE4E5062}" destId="{3B488880-D33E-2145-A03B-D8DA559330EA}" srcOrd="3" destOrd="0" presId="urn:microsoft.com/office/officeart/2005/8/layout/process1"/>
    <dgm:cxn modelId="{5A3B4295-BA85-0C46-8F69-BF85779AC486}" type="presParOf" srcId="{3B488880-D33E-2145-A03B-D8DA559330EA}" destId="{10C0B2B6-B88C-204B-ABDD-B4056076FB12}" srcOrd="0" destOrd="0" presId="urn:microsoft.com/office/officeart/2005/8/layout/process1"/>
    <dgm:cxn modelId="{C6A5D7BC-6EF0-5446-9DA9-CB158993EBB3}" type="presParOf" srcId="{2B3B88F3-237B-3640-BA5A-1B4EAE4E5062}" destId="{A0DF0DE9-66E7-E14F-BCE5-B4D05B1559D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0AC61-53CD-1845-BD23-333C772FEB76}">
      <dsp:nvSpPr>
        <dsp:cNvPr id="0" name=""/>
        <dsp:cNvSpPr/>
      </dsp:nvSpPr>
      <dsp:spPr>
        <a:xfrm>
          <a:off x="8438" y="1200071"/>
          <a:ext cx="2522189" cy="9187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Initial</a:t>
          </a:r>
          <a:r>
            <a:rPr lang="zh-CN" altLang="en-US" sz="3600" kern="1200" dirty="0"/>
            <a:t> </a:t>
          </a:r>
          <a:r>
            <a:rPr lang="en-US" altLang="zh-CN" sz="3600" kern="1200" dirty="0"/>
            <a:t>Study</a:t>
          </a:r>
          <a:endParaRPr lang="en-US" sz="3600" kern="1200" dirty="0"/>
        </a:p>
      </dsp:txBody>
      <dsp:txXfrm>
        <a:off x="35349" y="1226982"/>
        <a:ext cx="2468367" cy="864971"/>
      </dsp:txXfrm>
    </dsp:sp>
    <dsp:sp modelId="{D2B4A358-0396-3E48-9672-346835CD9E65}">
      <dsp:nvSpPr>
        <dsp:cNvPr id="0" name=""/>
        <dsp:cNvSpPr/>
      </dsp:nvSpPr>
      <dsp:spPr>
        <a:xfrm>
          <a:off x="2782846" y="1346716"/>
          <a:ext cx="534704" cy="62550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782846" y="1471816"/>
        <a:ext cx="374293" cy="375302"/>
      </dsp:txXfrm>
    </dsp:sp>
    <dsp:sp modelId="{F378B938-B92D-794C-9647-A097DEDDBD99}">
      <dsp:nvSpPr>
        <dsp:cNvPr id="0" name=""/>
        <dsp:cNvSpPr/>
      </dsp:nvSpPr>
      <dsp:spPr>
        <a:xfrm>
          <a:off x="3539503" y="1180201"/>
          <a:ext cx="2522189" cy="958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Pre-test</a:t>
          </a:r>
          <a:endParaRPr lang="en-US" sz="3600" kern="1200" dirty="0"/>
        </a:p>
      </dsp:txBody>
      <dsp:txXfrm>
        <a:off x="3567577" y="1208275"/>
        <a:ext cx="2466041" cy="902384"/>
      </dsp:txXfrm>
    </dsp:sp>
    <dsp:sp modelId="{3B488880-D33E-2145-A03B-D8DA559330EA}">
      <dsp:nvSpPr>
        <dsp:cNvPr id="0" name=""/>
        <dsp:cNvSpPr/>
      </dsp:nvSpPr>
      <dsp:spPr>
        <a:xfrm>
          <a:off x="6313911" y="1346716"/>
          <a:ext cx="534704" cy="62550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313911" y="1471816"/>
        <a:ext cx="374293" cy="375302"/>
      </dsp:txXfrm>
    </dsp:sp>
    <dsp:sp modelId="{A0DF0DE9-66E7-E14F-BCE5-B4D05B1559D3}">
      <dsp:nvSpPr>
        <dsp:cNvPr id="0" name=""/>
        <dsp:cNvSpPr/>
      </dsp:nvSpPr>
      <dsp:spPr>
        <a:xfrm>
          <a:off x="7070568" y="1140431"/>
          <a:ext cx="2522189" cy="103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Post-test</a:t>
          </a:r>
          <a:endParaRPr lang="en-US" sz="3600" kern="1200" dirty="0"/>
        </a:p>
      </dsp:txBody>
      <dsp:txXfrm>
        <a:off x="7100972" y="1170835"/>
        <a:ext cx="2461381" cy="9772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0AC61-53CD-1845-BD23-333C772FEB76}">
      <dsp:nvSpPr>
        <dsp:cNvPr id="0" name=""/>
        <dsp:cNvSpPr/>
      </dsp:nvSpPr>
      <dsp:spPr>
        <a:xfrm>
          <a:off x="8438" y="1200071"/>
          <a:ext cx="2522189" cy="9187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Initial</a:t>
          </a:r>
          <a:r>
            <a:rPr lang="zh-CN" altLang="en-US" sz="3600" kern="1200" dirty="0"/>
            <a:t> </a:t>
          </a:r>
          <a:r>
            <a:rPr lang="en-US" altLang="zh-CN" sz="3600" kern="1200" dirty="0"/>
            <a:t>Study</a:t>
          </a:r>
          <a:endParaRPr lang="en-US" sz="3600" kern="1200" dirty="0"/>
        </a:p>
      </dsp:txBody>
      <dsp:txXfrm>
        <a:off x="35349" y="1226982"/>
        <a:ext cx="2468367" cy="864971"/>
      </dsp:txXfrm>
    </dsp:sp>
    <dsp:sp modelId="{D2B4A358-0396-3E48-9672-346835CD9E65}">
      <dsp:nvSpPr>
        <dsp:cNvPr id="0" name=""/>
        <dsp:cNvSpPr/>
      </dsp:nvSpPr>
      <dsp:spPr>
        <a:xfrm>
          <a:off x="2782846" y="1346716"/>
          <a:ext cx="534704" cy="62550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782846" y="1471816"/>
        <a:ext cx="374293" cy="375302"/>
      </dsp:txXfrm>
    </dsp:sp>
    <dsp:sp modelId="{F378B938-B92D-794C-9647-A097DEDDBD99}">
      <dsp:nvSpPr>
        <dsp:cNvPr id="0" name=""/>
        <dsp:cNvSpPr/>
      </dsp:nvSpPr>
      <dsp:spPr>
        <a:xfrm>
          <a:off x="3539503" y="1180201"/>
          <a:ext cx="2522189" cy="958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Training</a:t>
          </a:r>
          <a:r>
            <a:rPr lang="zh-CN" altLang="en-US" sz="3600" kern="1200" dirty="0"/>
            <a:t> </a:t>
          </a:r>
          <a:endParaRPr lang="en-US" sz="3600" kern="1200" dirty="0"/>
        </a:p>
      </dsp:txBody>
      <dsp:txXfrm>
        <a:off x="3567577" y="1208275"/>
        <a:ext cx="2466041" cy="902384"/>
      </dsp:txXfrm>
    </dsp:sp>
    <dsp:sp modelId="{3B488880-D33E-2145-A03B-D8DA559330EA}">
      <dsp:nvSpPr>
        <dsp:cNvPr id="0" name=""/>
        <dsp:cNvSpPr/>
      </dsp:nvSpPr>
      <dsp:spPr>
        <a:xfrm>
          <a:off x="6313911" y="1346716"/>
          <a:ext cx="534704" cy="62550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313911" y="1471816"/>
        <a:ext cx="374293" cy="375302"/>
      </dsp:txXfrm>
    </dsp:sp>
    <dsp:sp modelId="{A0DF0DE9-66E7-E14F-BCE5-B4D05B1559D3}">
      <dsp:nvSpPr>
        <dsp:cNvPr id="0" name=""/>
        <dsp:cNvSpPr/>
      </dsp:nvSpPr>
      <dsp:spPr>
        <a:xfrm>
          <a:off x="7070568" y="1140431"/>
          <a:ext cx="2522189" cy="103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Post-test</a:t>
          </a:r>
          <a:endParaRPr lang="en-US" sz="3600" kern="1200" dirty="0"/>
        </a:p>
      </dsp:txBody>
      <dsp:txXfrm>
        <a:off x="7100972" y="1170835"/>
        <a:ext cx="2461381" cy="9772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0AC61-53CD-1845-BD23-333C772FEB76}">
      <dsp:nvSpPr>
        <dsp:cNvPr id="0" name=""/>
        <dsp:cNvSpPr/>
      </dsp:nvSpPr>
      <dsp:spPr>
        <a:xfrm>
          <a:off x="8438" y="1200071"/>
          <a:ext cx="2522189" cy="9187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Initial</a:t>
          </a:r>
          <a:r>
            <a:rPr lang="zh-CN" altLang="en-US" sz="3600" kern="1200" dirty="0"/>
            <a:t> </a:t>
          </a:r>
          <a:r>
            <a:rPr lang="en-US" altLang="zh-CN" sz="3600" kern="1200" dirty="0"/>
            <a:t>Study</a:t>
          </a:r>
          <a:endParaRPr lang="en-US" sz="3600" kern="1200" dirty="0"/>
        </a:p>
      </dsp:txBody>
      <dsp:txXfrm>
        <a:off x="35349" y="1226982"/>
        <a:ext cx="2468367" cy="864971"/>
      </dsp:txXfrm>
    </dsp:sp>
    <dsp:sp modelId="{D2B4A358-0396-3E48-9672-346835CD9E65}">
      <dsp:nvSpPr>
        <dsp:cNvPr id="0" name=""/>
        <dsp:cNvSpPr/>
      </dsp:nvSpPr>
      <dsp:spPr>
        <a:xfrm>
          <a:off x="2782846" y="1346716"/>
          <a:ext cx="534704" cy="62550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782846" y="1471816"/>
        <a:ext cx="374293" cy="375302"/>
      </dsp:txXfrm>
    </dsp:sp>
    <dsp:sp modelId="{F378B938-B92D-794C-9647-A097DEDDBD99}">
      <dsp:nvSpPr>
        <dsp:cNvPr id="0" name=""/>
        <dsp:cNvSpPr/>
      </dsp:nvSpPr>
      <dsp:spPr>
        <a:xfrm>
          <a:off x="3539503" y="1180201"/>
          <a:ext cx="2522189" cy="958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Training</a:t>
          </a:r>
          <a:r>
            <a:rPr lang="zh-CN" altLang="en-US" sz="3600" kern="1200" dirty="0"/>
            <a:t> </a:t>
          </a:r>
          <a:endParaRPr lang="en-US" sz="3600" kern="1200" dirty="0"/>
        </a:p>
      </dsp:txBody>
      <dsp:txXfrm>
        <a:off x="3567577" y="1208275"/>
        <a:ext cx="2466041" cy="902384"/>
      </dsp:txXfrm>
    </dsp:sp>
    <dsp:sp modelId="{3B488880-D33E-2145-A03B-D8DA559330EA}">
      <dsp:nvSpPr>
        <dsp:cNvPr id="0" name=""/>
        <dsp:cNvSpPr/>
      </dsp:nvSpPr>
      <dsp:spPr>
        <a:xfrm>
          <a:off x="6313911" y="1346716"/>
          <a:ext cx="534704" cy="625502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313911" y="1471816"/>
        <a:ext cx="374293" cy="375302"/>
      </dsp:txXfrm>
    </dsp:sp>
    <dsp:sp modelId="{A0DF0DE9-66E7-E14F-BCE5-B4D05B1559D3}">
      <dsp:nvSpPr>
        <dsp:cNvPr id="0" name=""/>
        <dsp:cNvSpPr/>
      </dsp:nvSpPr>
      <dsp:spPr>
        <a:xfrm>
          <a:off x="7070568" y="1140431"/>
          <a:ext cx="2522189" cy="103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Post-test</a:t>
          </a:r>
          <a:endParaRPr lang="en-US" sz="3600" kern="1200" dirty="0"/>
        </a:p>
      </dsp:txBody>
      <dsp:txXfrm>
        <a:off x="7100972" y="1170835"/>
        <a:ext cx="2461381" cy="9772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0AC61-53CD-1845-BD23-333C772FEB76}">
      <dsp:nvSpPr>
        <dsp:cNvPr id="0" name=""/>
        <dsp:cNvSpPr/>
      </dsp:nvSpPr>
      <dsp:spPr>
        <a:xfrm>
          <a:off x="8438" y="1200071"/>
          <a:ext cx="2522189" cy="91879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Initial</a:t>
          </a:r>
          <a:r>
            <a:rPr lang="zh-CN" altLang="en-US" sz="3600" kern="1200" dirty="0"/>
            <a:t> </a:t>
          </a:r>
          <a:r>
            <a:rPr lang="en-US" altLang="zh-CN" sz="3600" kern="1200" dirty="0"/>
            <a:t>Study</a:t>
          </a:r>
          <a:endParaRPr lang="en-US" sz="3600" kern="1200" dirty="0"/>
        </a:p>
      </dsp:txBody>
      <dsp:txXfrm>
        <a:off x="35349" y="1226982"/>
        <a:ext cx="2468367" cy="864971"/>
      </dsp:txXfrm>
    </dsp:sp>
    <dsp:sp modelId="{D2B4A358-0396-3E48-9672-346835CD9E65}">
      <dsp:nvSpPr>
        <dsp:cNvPr id="0" name=""/>
        <dsp:cNvSpPr/>
      </dsp:nvSpPr>
      <dsp:spPr>
        <a:xfrm>
          <a:off x="2782846" y="1346716"/>
          <a:ext cx="534704" cy="6255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782846" y="1471816"/>
        <a:ext cx="374293" cy="375302"/>
      </dsp:txXfrm>
    </dsp:sp>
    <dsp:sp modelId="{F378B938-B92D-794C-9647-A097DEDDBD99}">
      <dsp:nvSpPr>
        <dsp:cNvPr id="0" name=""/>
        <dsp:cNvSpPr/>
      </dsp:nvSpPr>
      <dsp:spPr>
        <a:xfrm>
          <a:off x="3539503" y="1180201"/>
          <a:ext cx="2522189" cy="958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Training</a:t>
          </a:r>
          <a:r>
            <a:rPr lang="zh-CN" altLang="en-US" sz="3600" kern="1200" dirty="0"/>
            <a:t> </a:t>
          </a:r>
          <a:endParaRPr lang="en-US" sz="3600" kern="1200" dirty="0"/>
        </a:p>
      </dsp:txBody>
      <dsp:txXfrm>
        <a:off x="3567577" y="1208275"/>
        <a:ext cx="2466041" cy="902384"/>
      </dsp:txXfrm>
    </dsp:sp>
    <dsp:sp modelId="{3B488880-D33E-2145-A03B-D8DA559330EA}">
      <dsp:nvSpPr>
        <dsp:cNvPr id="0" name=""/>
        <dsp:cNvSpPr/>
      </dsp:nvSpPr>
      <dsp:spPr>
        <a:xfrm>
          <a:off x="6313911" y="1346716"/>
          <a:ext cx="534704" cy="6255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313911" y="1471816"/>
        <a:ext cx="374293" cy="375302"/>
      </dsp:txXfrm>
    </dsp:sp>
    <dsp:sp modelId="{A0DF0DE9-66E7-E14F-BCE5-B4D05B1559D3}">
      <dsp:nvSpPr>
        <dsp:cNvPr id="0" name=""/>
        <dsp:cNvSpPr/>
      </dsp:nvSpPr>
      <dsp:spPr>
        <a:xfrm>
          <a:off x="7070568" y="1140431"/>
          <a:ext cx="2522189" cy="103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Post-test</a:t>
          </a:r>
          <a:endParaRPr lang="en-US" sz="3600" kern="1200" dirty="0"/>
        </a:p>
      </dsp:txBody>
      <dsp:txXfrm>
        <a:off x="7100972" y="1170835"/>
        <a:ext cx="2461381" cy="977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62B8C-738E-AB4B-82BF-E12E901DCF37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CAAB1-4279-A742-92DD-E7F613760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0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experiment,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investigate</a:t>
            </a:r>
            <a:r>
              <a:rPr lang="zh-CN" altLang="en-US" dirty="0"/>
              <a:t> </a:t>
            </a:r>
            <a:r>
              <a:rPr lang="en-US" altLang="zh-CN" dirty="0"/>
              <a:t>whether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purpose-specific</a:t>
            </a:r>
            <a:r>
              <a:rPr lang="zh-CN" altLang="en-US" dirty="0"/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vocabulary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learning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strategy.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I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know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it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is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confusing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right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now,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but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I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will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r>
              <a:rPr lang="en-US" altLang="zh-CN" sz="1200" dirty="0">
                <a:solidFill>
                  <a:srgbClr val="212121"/>
                </a:solidFill>
              </a:rPr>
              <a:t>explain.</a:t>
            </a:r>
            <a:r>
              <a:rPr lang="zh-CN" altLang="en-US" sz="1200" dirty="0">
                <a:solidFill>
                  <a:srgbClr val="212121"/>
                </a:solidFill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1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usually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either</a:t>
            </a:r>
            <a:r>
              <a:rPr lang="zh-CN" altLang="en-US" dirty="0"/>
              <a:t> </a:t>
            </a:r>
            <a:r>
              <a:rPr lang="en-US" altLang="zh-CN" dirty="0"/>
              <a:t>restudy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self-test</a:t>
            </a:r>
            <a:r>
              <a:rPr lang="zh-CN" altLang="en-US" dirty="0"/>
              <a:t> </a:t>
            </a:r>
            <a:r>
              <a:rPr lang="en-US" altLang="zh-CN" dirty="0"/>
              <a:t>technique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large</a:t>
            </a:r>
            <a:r>
              <a:rPr lang="zh-CN" altLang="en-US" dirty="0"/>
              <a:t> </a:t>
            </a:r>
            <a:r>
              <a:rPr lang="en-US" altLang="zh-CN" dirty="0"/>
              <a:t>amount</a:t>
            </a:r>
            <a:r>
              <a:rPr lang="zh-CN" altLang="en-US" dirty="0"/>
              <a:t> </a:t>
            </a:r>
            <a:r>
              <a:rPr lang="en-US" altLang="zh-CN" dirty="0"/>
              <a:t>vocabulary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period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time)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56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initial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condition,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viewed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r>
              <a:rPr lang="zh-CN" altLang="en-US" dirty="0"/>
              <a:t> </a:t>
            </a:r>
            <a:r>
              <a:rPr lang="en-US" altLang="zh-CN" dirty="0" err="1"/>
              <a:t>simultneously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8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36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tried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effective,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closely</a:t>
            </a:r>
            <a:r>
              <a:rPr lang="zh-CN" altLang="en-US" dirty="0"/>
              <a:t> </a:t>
            </a:r>
            <a:r>
              <a:rPr lang="en-US" altLang="zh-CN" dirty="0"/>
              <a:t>related</a:t>
            </a:r>
            <a:r>
              <a:rPr lang="zh-CN" altLang="en-US" dirty="0"/>
              <a:t> </a:t>
            </a:r>
            <a:r>
              <a:rPr lang="en-US" altLang="zh-CN" dirty="0"/>
              <a:t>concept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previous</a:t>
            </a:r>
            <a:r>
              <a:rPr lang="zh-CN" altLang="en-US" dirty="0"/>
              <a:t> </a:t>
            </a:r>
            <a:r>
              <a:rPr lang="en-US" altLang="zh-CN" dirty="0"/>
              <a:t>literature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known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testing</a:t>
            </a:r>
            <a:r>
              <a:rPr lang="zh-CN" altLang="en-US" dirty="0"/>
              <a:t> </a:t>
            </a:r>
            <a:r>
              <a:rPr lang="en-US" altLang="zh-CN" dirty="0"/>
              <a:t>effect.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34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14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initial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condition,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viewed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r>
              <a:rPr lang="zh-CN" altLang="en-US" dirty="0"/>
              <a:t> </a:t>
            </a:r>
            <a:r>
              <a:rPr lang="en-US" altLang="zh-CN" dirty="0"/>
              <a:t>simultaneously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04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conducted</a:t>
            </a:r>
            <a:r>
              <a:rPr lang="zh-CN" altLang="en-US" dirty="0"/>
              <a:t> </a:t>
            </a:r>
            <a:r>
              <a:rPr lang="en-US" altLang="zh-CN" dirty="0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whether</a:t>
            </a:r>
            <a:r>
              <a:rPr lang="zh-CN" altLang="en-US" dirty="0"/>
              <a:t> </a:t>
            </a:r>
            <a:r>
              <a:rPr lang="en-US" altLang="zh-CN" dirty="0"/>
              <a:t>that’s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46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restudy</a:t>
            </a:r>
            <a:r>
              <a:rPr lang="zh-CN" altLang="en-US" dirty="0"/>
              <a:t> </a:t>
            </a:r>
            <a:r>
              <a:rPr lang="en-US" altLang="zh-CN" dirty="0"/>
              <a:t>strategy?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English.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restudy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r>
              <a:rPr lang="zh-CN" altLang="en-US" dirty="0"/>
              <a:t> </a:t>
            </a:r>
            <a:r>
              <a:rPr lang="en-US" altLang="zh-CN" dirty="0"/>
              <a:t>repeatedly.</a:t>
            </a:r>
            <a:r>
              <a:rPr lang="zh-CN" altLang="en-US" dirty="0"/>
              <a:t>  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68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11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once</a:t>
            </a:r>
            <a:r>
              <a:rPr lang="zh-CN" altLang="en-US" dirty="0"/>
              <a:t> </a:t>
            </a:r>
            <a:r>
              <a:rPr lang="en-US" altLang="zh-CN" dirty="0"/>
              <a:t>again</a:t>
            </a:r>
            <a:r>
              <a:rPr lang="zh-CN" altLang="en-US" dirty="0"/>
              <a:t> </a:t>
            </a:r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identical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self-test</a:t>
            </a:r>
            <a:r>
              <a:rPr lang="zh-CN" altLang="en-US" dirty="0"/>
              <a:t> </a:t>
            </a:r>
            <a:r>
              <a:rPr lang="en-US" altLang="zh-CN" dirty="0"/>
              <a:t>technique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taken.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76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df1 = </a:t>
            </a:r>
            <a:r>
              <a:rPr lang="en-US" dirty="0" err="1"/>
              <a:t>read_csv</a:t>
            </a:r>
            <a:r>
              <a:rPr lang="en-US" dirty="0"/>
              <a:t>('http://</a:t>
            </a:r>
            <a:r>
              <a:rPr lang="en-US" dirty="0" err="1"/>
              <a:t>vulstats.ucsd.edu</a:t>
            </a:r>
            <a:r>
              <a:rPr lang="en-US" dirty="0"/>
              <a:t>/data/</a:t>
            </a:r>
            <a:r>
              <a:rPr lang="en-US" dirty="0" err="1"/>
              <a:t>duckworth</a:t>
            </a:r>
            <a:r>
              <a:rPr lang="en-US" dirty="0"/>
              <a:t>-grit-scale-data/data-</a:t>
            </a:r>
            <a:r>
              <a:rPr lang="en-US" dirty="0" err="1"/>
              <a:t>coded.csv</a:t>
            </a:r>
            <a:r>
              <a:rPr lang="en-US" dirty="0"/>
              <a:t>')</a:t>
            </a:r>
          </a:p>
          <a:p>
            <a:r>
              <a:rPr lang="en-US" dirty="0"/>
              <a:t>mean = c(10,5)</a:t>
            </a:r>
          </a:p>
          <a:p>
            <a:r>
              <a:rPr lang="en-US" dirty="0"/>
              <a:t>df1 %&gt;% </a:t>
            </a:r>
          </a:p>
          <a:p>
            <a:r>
              <a:rPr lang="en-US" dirty="0"/>
              <a:t>  filter(gender %in% c('</a:t>
            </a:r>
            <a:r>
              <a:rPr lang="en-US" dirty="0" err="1"/>
              <a:t>male','female</a:t>
            </a:r>
            <a:r>
              <a:rPr lang="en-US" dirty="0"/>
              <a:t>')) %&gt;% </a:t>
            </a:r>
          </a:p>
          <a:p>
            <a:r>
              <a:rPr lang="en-US" dirty="0"/>
              <a:t>  </a:t>
            </a:r>
            <a:r>
              <a:rPr lang="en-US" dirty="0" err="1"/>
              <a:t>group_by</a:t>
            </a:r>
            <a:r>
              <a:rPr lang="en-US" dirty="0"/>
              <a:t>(gender) %&gt;% </a:t>
            </a:r>
          </a:p>
          <a:p>
            <a:r>
              <a:rPr lang="en-US" dirty="0"/>
              <a:t>  </a:t>
            </a:r>
            <a:r>
              <a:rPr lang="en-US" dirty="0" err="1"/>
              <a:t>summarise</a:t>
            </a:r>
            <a:r>
              <a:rPr lang="en-US" dirty="0"/>
              <a:t>(</a:t>
            </a:r>
            <a:r>
              <a:rPr lang="en-US" dirty="0" err="1"/>
              <a:t>mean.neuroticism</a:t>
            </a:r>
            <a:r>
              <a:rPr lang="en-US" dirty="0"/>
              <a:t> = mean(neuroticism),</a:t>
            </a:r>
          </a:p>
          <a:p>
            <a:r>
              <a:rPr lang="en-US" dirty="0"/>
              <a:t>            </a:t>
            </a:r>
            <a:r>
              <a:rPr lang="en-US" dirty="0" err="1"/>
              <a:t>se.neuroticism</a:t>
            </a:r>
            <a:r>
              <a:rPr lang="en-US" dirty="0"/>
              <a:t> = 1) %&gt;% </a:t>
            </a:r>
          </a:p>
          <a:p>
            <a:r>
              <a:rPr lang="en-US" dirty="0"/>
              <a:t>  </a:t>
            </a:r>
            <a:r>
              <a:rPr lang="en-US" dirty="0" err="1"/>
              <a:t>ggplot</a:t>
            </a:r>
            <a:r>
              <a:rPr lang="en-US" dirty="0"/>
              <a:t>(</a:t>
            </a:r>
            <a:r>
              <a:rPr lang="en-US" dirty="0" err="1"/>
              <a:t>aes</a:t>
            </a:r>
            <a:r>
              <a:rPr lang="en-US" dirty="0"/>
              <a:t>(y = mean, x = gender, fill = gender)) + </a:t>
            </a:r>
          </a:p>
          <a:p>
            <a:r>
              <a:rPr lang="en-US" dirty="0"/>
              <a:t>  </a:t>
            </a:r>
            <a:r>
              <a:rPr lang="en-US" dirty="0" err="1"/>
              <a:t>geom_col</a:t>
            </a:r>
            <a:r>
              <a:rPr lang="en-US" dirty="0"/>
              <a:t>(width = 0.45) + </a:t>
            </a:r>
          </a:p>
          <a:p>
            <a:r>
              <a:rPr lang="en-US" dirty="0"/>
              <a:t>  </a:t>
            </a:r>
            <a:r>
              <a:rPr lang="en-US" dirty="0" err="1"/>
              <a:t>geom_errorbar</a:t>
            </a:r>
            <a:r>
              <a:rPr lang="en-US" dirty="0"/>
              <a:t>(</a:t>
            </a:r>
            <a:r>
              <a:rPr lang="en-US" dirty="0" err="1"/>
              <a:t>aes</a:t>
            </a:r>
            <a:r>
              <a:rPr lang="en-US" dirty="0"/>
              <a:t>(</a:t>
            </a:r>
            <a:r>
              <a:rPr lang="en-US" dirty="0" err="1"/>
              <a:t>ymin</a:t>
            </a:r>
            <a:r>
              <a:rPr lang="en-US" dirty="0"/>
              <a:t> = mean - </a:t>
            </a:r>
            <a:r>
              <a:rPr lang="en-US" dirty="0" err="1"/>
              <a:t>se.neuroticism</a:t>
            </a:r>
            <a:r>
              <a:rPr lang="en-US" dirty="0"/>
              <a:t>,</a:t>
            </a:r>
          </a:p>
          <a:p>
            <a:r>
              <a:rPr lang="en-US" dirty="0"/>
              <a:t>                    </a:t>
            </a:r>
            <a:r>
              <a:rPr lang="en-US" dirty="0" err="1"/>
              <a:t>ymax</a:t>
            </a:r>
            <a:r>
              <a:rPr lang="en-US" dirty="0"/>
              <a:t> = mean + </a:t>
            </a:r>
            <a:r>
              <a:rPr lang="en-US" dirty="0" err="1"/>
              <a:t>se.neuroticism</a:t>
            </a:r>
            <a:r>
              <a:rPr lang="en-US" dirty="0"/>
              <a:t>), width = 0.15) + </a:t>
            </a:r>
          </a:p>
          <a:p>
            <a:r>
              <a:rPr lang="en-US" dirty="0"/>
              <a:t>  labs(x = NULL, y = 'Number of Recalled Words') + </a:t>
            </a:r>
          </a:p>
          <a:p>
            <a:r>
              <a:rPr lang="en-US" dirty="0"/>
              <a:t>  </a:t>
            </a:r>
            <a:r>
              <a:rPr lang="en-US" dirty="0" err="1"/>
              <a:t>scale_x_discrete</a:t>
            </a:r>
            <a:r>
              <a:rPr lang="en-US" dirty="0"/>
              <a:t>(labels = c("female" = ”</a:t>
            </a:r>
            <a:r>
              <a:rPr lang="en-US" altLang="zh-CN" dirty="0"/>
              <a:t>Self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en-US" dirty="0"/>
              <a:t>", "male" = "Restudy")) +</a:t>
            </a:r>
          </a:p>
          <a:p>
            <a:r>
              <a:rPr lang="en-US" dirty="0"/>
              <a:t>  </a:t>
            </a:r>
            <a:r>
              <a:rPr lang="en-US" dirty="0" err="1"/>
              <a:t>scale_y_discrete</a:t>
            </a:r>
            <a:r>
              <a:rPr lang="en-US" dirty="0"/>
              <a:t>(labels = NULL) + </a:t>
            </a:r>
          </a:p>
          <a:p>
            <a:r>
              <a:rPr lang="en-US" dirty="0"/>
              <a:t>  </a:t>
            </a:r>
            <a:r>
              <a:rPr lang="en-US" dirty="0" err="1"/>
              <a:t>theme_classic</a:t>
            </a:r>
            <a:r>
              <a:rPr lang="en-US" dirty="0"/>
              <a:t>() + </a:t>
            </a:r>
          </a:p>
          <a:p>
            <a:r>
              <a:rPr lang="en-US" dirty="0"/>
              <a:t>  theme(</a:t>
            </a:r>
            <a:r>
              <a:rPr lang="en-US" dirty="0" err="1"/>
              <a:t>legend.position</a:t>
            </a:r>
            <a:r>
              <a:rPr lang="en-US" dirty="0"/>
              <a:t> = 'none') + </a:t>
            </a:r>
          </a:p>
          <a:p>
            <a:r>
              <a:rPr lang="en-US" dirty="0"/>
              <a:t>  theme(</a:t>
            </a:r>
            <a:r>
              <a:rPr lang="en-US" dirty="0" err="1"/>
              <a:t>axis.text.x</a:t>
            </a:r>
            <a:r>
              <a:rPr lang="en-US" dirty="0"/>
              <a:t> = </a:t>
            </a:r>
            <a:r>
              <a:rPr lang="en-US" dirty="0" err="1"/>
              <a:t>element_text</a:t>
            </a:r>
            <a:r>
              <a:rPr lang="en-US" dirty="0"/>
              <a:t>(size = 30)) + </a:t>
            </a:r>
          </a:p>
          <a:p>
            <a:r>
              <a:rPr lang="en-US" dirty="0"/>
              <a:t>  theme(</a:t>
            </a:r>
            <a:r>
              <a:rPr lang="en-US" dirty="0" err="1"/>
              <a:t>axis.title.y</a:t>
            </a:r>
            <a:r>
              <a:rPr lang="en-US" dirty="0"/>
              <a:t> = </a:t>
            </a:r>
            <a:r>
              <a:rPr lang="en-US" dirty="0" err="1"/>
              <a:t>element_text</a:t>
            </a:r>
            <a:r>
              <a:rPr lang="en-US" dirty="0"/>
              <a:t>(size = 30))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99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Now,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tends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taken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identical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direction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test?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way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perform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simply</a:t>
            </a:r>
            <a:r>
              <a:rPr lang="zh-CN" altLang="en-US" dirty="0"/>
              <a:t> </a:t>
            </a:r>
            <a:r>
              <a:rPr lang="en-US" altLang="zh-CN" dirty="0"/>
              <a:t>restudy?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82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asks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recall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r>
              <a:rPr lang="zh-CN" altLang="en-US" dirty="0"/>
              <a:t> </a:t>
            </a:r>
            <a:r>
              <a:rPr lang="en-US" altLang="zh-CN" dirty="0"/>
              <a:t>translation,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ask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recall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r>
              <a:rPr lang="zh-CN" altLang="en-US" dirty="0"/>
              <a:t> </a:t>
            </a:r>
            <a:r>
              <a:rPr lang="en-US" altLang="zh-CN" dirty="0"/>
              <a:t>term.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59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54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performance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reverse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identical</a:t>
            </a:r>
            <a:r>
              <a:rPr lang="zh-CN" altLang="en-US" dirty="0"/>
              <a:t> </a:t>
            </a:r>
            <a:r>
              <a:rPr lang="en-US" altLang="zh-CN" dirty="0"/>
              <a:t>test,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nothing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But,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performance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worse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reverse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compared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identical</a:t>
            </a:r>
            <a:r>
              <a:rPr lang="zh-CN" altLang="en-US" dirty="0"/>
              <a:t> </a:t>
            </a:r>
            <a:r>
              <a:rPr lang="en-US" altLang="zh-CN" dirty="0"/>
              <a:t>test,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sz="1200" dirty="0"/>
              <a:t>should</a:t>
            </a:r>
            <a:r>
              <a:rPr lang="zh-CN" altLang="en-US" sz="1200" dirty="0"/>
              <a:t> </a:t>
            </a:r>
            <a:r>
              <a:rPr lang="en-US" altLang="zh-CN" sz="1200" dirty="0"/>
              <a:t>use</a:t>
            </a:r>
            <a:r>
              <a:rPr lang="zh-CN" altLang="en-US" sz="1200" dirty="0"/>
              <a:t> </a:t>
            </a:r>
            <a:r>
              <a:rPr lang="en-US" altLang="zh-CN" sz="1200" dirty="0"/>
              <a:t>the</a:t>
            </a:r>
            <a:r>
              <a:rPr lang="zh-CN" altLang="en-US" sz="1200" dirty="0"/>
              <a:t> </a:t>
            </a:r>
            <a:r>
              <a:rPr lang="en-US" altLang="zh-CN" sz="1200" dirty="0"/>
              <a:t>purpose-specific</a:t>
            </a:r>
            <a:r>
              <a:rPr lang="zh-CN" altLang="en-US" sz="1200" dirty="0"/>
              <a:t> </a:t>
            </a:r>
            <a:r>
              <a:rPr lang="en-US" altLang="zh-CN" sz="1200" dirty="0"/>
              <a:t>vocabulary</a:t>
            </a:r>
            <a:r>
              <a:rPr lang="zh-CN" altLang="en-US" sz="1200" dirty="0"/>
              <a:t> </a:t>
            </a:r>
            <a:r>
              <a:rPr lang="en-US" altLang="zh-CN" sz="1200" dirty="0"/>
              <a:t>learning</a:t>
            </a:r>
            <a:r>
              <a:rPr lang="zh-CN" altLang="en-US" sz="1200" dirty="0"/>
              <a:t> </a:t>
            </a:r>
            <a:r>
              <a:rPr lang="en-US" altLang="zh-CN" sz="1200" dirty="0"/>
              <a:t>strategy</a:t>
            </a:r>
            <a:r>
              <a:rPr lang="zh-CN" altLang="en-US" sz="12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16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Purpose-specific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strategy</a:t>
            </a:r>
            <a:r>
              <a:rPr lang="zh-CN" altLang="en-US" dirty="0"/>
              <a:t> </a:t>
            </a:r>
            <a:r>
              <a:rPr lang="en-US" altLang="zh-CN" dirty="0"/>
              <a:t>basically</a:t>
            </a:r>
            <a:r>
              <a:rPr lang="zh-CN" altLang="en-US" dirty="0"/>
              <a:t> 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whether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choose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strategy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goals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occupation.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strategy.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Imagine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job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translating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novel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Chinese,</a:t>
            </a:r>
            <a:r>
              <a:rPr lang="zh-CN" altLang="en-US" dirty="0"/>
              <a:t> </a:t>
            </a:r>
            <a:r>
              <a:rPr lang="en-US" altLang="zh-CN" dirty="0"/>
              <a:t>Obviously,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recall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Chinese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frequently.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reverse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worse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identical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test,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always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identical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meant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always</a:t>
            </a:r>
            <a:r>
              <a:rPr lang="zh-CN" altLang="en-US" dirty="0"/>
              <a:t> </a:t>
            </a:r>
            <a:r>
              <a:rPr lang="en-US" altLang="zh-CN" dirty="0"/>
              <a:t>studying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recalling</a:t>
            </a:r>
            <a:r>
              <a:rPr lang="zh-CN" altLang="en-US" dirty="0"/>
              <a:t> </a:t>
            </a:r>
            <a:r>
              <a:rPr lang="en-US" altLang="zh-CN" dirty="0"/>
              <a:t>Chinese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English.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Now,</a:t>
            </a:r>
            <a:r>
              <a:rPr lang="zh-CN" altLang="en-US" dirty="0"/>
              <a:t> </a:t>
            </a:r>
            <a:r>
              <a:rPr lang="en-US" altLang="zh-CN" dirty="0"/>
              <a:t>Imagine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retired,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immigrate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US.</a:t>
            </a:r>
            <a:r>
              <a:rPr lang="zh-CN" altLang="en-US" dirty="0"/>
              <a:t> </a:t>
            </a:r>
            <a:r>
              <a:rPr lang="en-US" altLang="zh-CN" dirty="0"/>
              <a:t>Then,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likely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communicate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around</a:t>
            </a:r>
            <a:r>
              <a:rPr lang="zh-CN" altLang="en-US" dirty="0"/>
              <a:t> </a:t>
            </a:r>
            <a:r>
              <a:rPr lang="en-US" altLang="zh-CN" dirty="0"/>
              <a:t>you.</a:t>
            </a:r>
            <a:r>
              <a:rPr lang="zh-CN" altLang="en-US" dirty="0"/>
              <a:t> </a:t>
            </a:r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recalled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often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Chinese</a:t>
            </a:r>
            <a:r>
              <a:rPr lang="zh-CN" altLang="en-US" dirty="0"/>
              <a:t> </a:t>
            </a:r>
            <a:r>
              <a:rPr lang="en-US" altLang="zh-CN" dirty="0"/>
              <a:t>word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mind.</a:t>
            </a:r>
            <a:r>
              <a:rPr lang="zh-CN" altLang="en-US" dirty="0"/>
              <a:t> </a:t>
            </a:r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recalling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Chinese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often.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international</a:t>
            </a:r>
            <a:r>
              <a:rPr lang="zh-CN" altLang="en-US" dirty="0"/>
              <a:t> </a:t>
            </a:r>
            <a:r>
              <a:rPr lang="en-US" altLang="zh-CN" dirty="0"/>
              <a:t>student,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probably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read</a:t>
            </a:r>
            <a:r>
              <a:rPr lang="zh-CN" altLang="en-US" dirty="0"/>
              <a:t> </a:t>
            </a:r>
            <a:r>
              <a:rPr lang="en-US" altLang="zh-CN" dirty="0"/>
              <a:t>book,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require</a:t>
            </a:r>
            <a:r>
              <a:rPr lang="zh-CN" altLang="en-US" dirty="0"/>
              <a:t> </a:t>
            </a:r>
            <a:r>
              <a:rPr lang="en-US" altLang="zh-CN" dirty="0"/>
              <a:t>recalling</a:t>
            </a:r>
            <a:r>
              <a:rPr lang="zh-CN" altLang="en-US" dirty="0"/>
              <a:t> </a:t>
            </a:r>
            <a:r>
              <a:rPr lang="en-US" altLang="zh-CN" dirty="0"/>
              <a:t>Chinese,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communicate,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require</a:t>
            </a:r>
            <a:r>
              <a:rPr lang="zh-CN" altLang="en-US" dirty="0"/>
              <a:t> </a:t>
            </a:r>
            <a:r>
              <a:rPr lang="en-US" altLang="zh-CN" dirty="0"/>
              <a:t>recalling</a:t>
            </a:r>
            <a:r>
              <a:rPr lang="zh-CN" altLang="en-US" dirty="0"/>
              <a:t> </a:t>
            </a:r>
            <a:r>
              <a:rPr lang="en-US" altLang="zh-CN" dirty="0"/>
              <a:t>English,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probably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strategy.</a:t>
            </a:r>
            <a:r>
              <a:rPr lang="zh-CN" altLang="en-US" dirty="0"/>
              <a:t> </a:t>
            </a:r>
            <a:r>
              <a:rPr lang="en-US" altLang="zh-CN" dirty="0"/>
              <a:t>Otherwise,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particularly</a:t>
            </a:r>
            <a:r>
              <a:rPr lang="zh-CN" altLang="en-US" dirty="0"/>
              <a:t> </a:t>
            </a:r>
            <a:r>
              <a:rPr lang="en-US" altLang="zh-CN" dirty="0"/>
              <a:t>good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communicate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bad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reading,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vice</a:t>
            </a:r>
            <a:r>
              <a:rPr lang="zh-CN" altLang="en-US" dirty="0"/>
              <a:t> </a:t>
            </a:r>
            <a:r>
              <a:rPr lang="en-US" altLang="zh-CN" dirty="0"/>
              <a:t>versa.</a:t>
            </a:r>
            <a:r>
              <a:rPr lang="zh-CN" altLang="en-US" dirty="0"/>
              <a:t> </a:t>
            </a:r>
            <a:r>
              <a:rPr lang="en-US" altLang="zh-CN" dirty="0"/>
              <a:t>However,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depends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goal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studying.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studying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GRE,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recalling</a:t>
            </a:r>
            <a:r>
              <a:rPr lang="zh-CN" altLang="en-US" dirty="0"/>
              <a:t> </a:t>
            </a:r>
            <a:r>
              <a:rPr lang="en-US" altLang="zh-CN" dirty="0"/>
              <a:t>Chinese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often</a:t>
            </a:r>
            <a:r>
              <a:rPr lang="zh-CN" altLang="en-US" dirty="0"/>
              <a:t> </a:t>
            </a:r>
            <a:r>
              <a:rPr lang="en-US" altLang="zh-CN" dirty="0"/>
              <a:t>since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GRE</a:t>
            </a:r>
            <a:r>
              <a:rPr lang="zh-CN" altLang="en-US" dirty="0"/>
              <a:t> </a:t>
            </a:r>
            <a:r>
              <a:rPr lang="en-US" altLang="zh-CN" dirty="0"/>
              <a:t>require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meaning.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26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10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013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restudy</a:t>
            </a:r>
            <a:r>
              <a:rPr lang="zh-CN" altLang="en-US" dirty="0"/>
              <a:t> </a:t>
            </a:r>
            <a:r>
              <a:rPr lang="en-US" altLang="zh-CN" dirty="0"/>
              <a:t>strategy?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English.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restudy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r>
              <a:rPr lang="zh-CN" altLang="en-US" dirty="0"/>
              <a:t> </a:t>
            </a:r>
            <a:r>
              <a:rPr lang="en-US" altLang="zh-CN" dirty="0"/>
              <a:t>repeatedly.</a:t>
            </a:r>
            <a:r>
              <a:rPr lang="zh-CN" altLang="en-US" dirty="0"/>
              <a:t>  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266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15</a:t>
            </a:r>
            <a:r>
              <a:rPr lang="zh-CN" altLang="en-US" dirty="0"/>
              <a:t> </a:t>
            </a:r>
            <a:r>
              <a:rPr lang="en-US" altLang="zh-CN" dirty="0"/>
              <a:t>pairs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word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studied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recalling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Chinese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term.</a:t>
            </a:r>
            <a:r>
              <a:rPr lang="zh-CN" altLang="en-US" dirty="0"/>
              <a:t> </a:t>
            </a:r>
            <a:r>
              <a:rPr lang="en-US" altLang="zh-CN" dirty="0"/>
              <a:t>Another</a:t>
            </a:r>
            <a:r>
              <a:rPr lang="zh-CN" altLang="en-US" dirty="0"/>
              <a:t> </a:t>
            </a:r>
            <a:r>
              <a:rPr lang="en-US" altLang="zh-CN" dirty="0"/>
              <a:t>15</a:t>
            </a:r>
            <a:r>
              <a:rPr lang="zh-CN" altLang="en-US" dirty="0"/>
              <a:t> </a:t>
            </a:r>
            <a:r>
              <a:rPr lang="en-US" altLang="zh-CN" dirty="0"/>
              <a:t>pairs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studied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recalling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Chinese</a:t>
            </a:r>
            <a:r>
              <a:rPr lang="zh-CN" altLang="en-US" dirty="0"/>
              <a:t> </a:t>
            </a:r>
            <a:r>
              <a:rPr lang="en-US" altLang="zh-CN" dirty="0"/>
              <a:t>translation.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last</a:t>
            </a:r>
            <a:r>
              <a:rPr lang="zh-CN" altLang="en-US" dirty="0"/>
              <a:t> </a:t>
            </a:r>
            <a:r>
              <a:rPr lang="en-US" altLang="zh-CN" dirty="0"/>
              <a:t>15</a:t>
            </a:r>
            <a:r>
              <a:rPr lang="zh-CN" altLang="en-US" dirty="0"/>
              <a:t> </a:t>
            </a:r>
            <a:r>
              <a:rPr lang="en-US" altLang="zh-CN" dirty="0"/>
              <a:t>pair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words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restudy.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334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513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585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df1 = </a:t>
            </a:r>
            <a:r>
              <a:rPr lang="en-US" dirty="0" err="1"/>
              <a:t>data.frame</a:t>
            </a:r>
            <a:r>
              <a:rPr lang="en-US" dirty="0"/>
              <a:t>(condition = c('Test Same', 'Test Different', 'Restudy'))</a:t>
            </a:r>
          </a:p>
          <a:p>
            <a:r>
              <a:rPr lang="en-US" dirty="0"/>
              <a:t>mean = c(10,8,5)</a:t>
            </a:r>
          </a:p>
          <a:p>
            <a:r>
              <a:rPr lang="en-US" dirty="0"/>
              <a:t>se = c(0.8,0.8,0.8)</a:t>
            </a:r>
          </a:p>
          <a:p>
            <a:r>
              <a:rPr lang="en-US" dirty="0"/>
              <a:t>df1 %&gt;% </a:t>
            </a:r>
            <a:r>
              <a:rPr lang="en-US" dirty="0" err="1"/>
              <a:t>group_by</a:t>
            </a:r>
            <a:r>
              <a:rPr lang="en-US" dirty="0"/>
              <a:t>(condition) %&gt;% </a:t>
            </a:r>
          </a:p>
          <a:p>
            <a:r>
              <a:rPr lang="en-US" dirty="0"/>
              <a:t>  </a:t>
            </a:r>
            <a:r>
              <a:rPr lang="en-US" dirty="0" err="1"/>
              <a:t>ggplot</a:t>
            </a:r>
            <a:r>
              <a:rPr lang="en-US" dirty="0"/>
              <a:t>(</a:t>
            </a:r>
            <a:r>
              <a:rPr lang="en-US" dirty="0" err="1"/>
              <a:t>aes</a:t>
            </a:r>
            <a:r>
              <a:rPr lang="en-US" dirty="0"/>
              <a:t>(y = mean, x = condition, fill = condition)) + </a:t>
            </a:r>
          </a:p>
          <a:p>
            <a:r>
              <a:rPr lang="en-US" dirty="0"/>
              <a:t>  </a:t>
            </a:r>
            <a:r>
              <a:rPr lang="en-US" dirty="0" err="1"/>
              <a:t>geom_col</a:t>
            </a:r>
            <a:r>
              <a:rPr lang="en-US" dirty="0"/>
              <a:t>(width = 0.45) + </a:t>
            </a:r>
          </a:p>
          <a:p>
            <a:r>
              <a:rPr lang="en-US" dirty="0"/>
              <a:t>  </a:t>
            </a:r>
            <a:r>
              <a:rPr lang="en-US" dirty="0" err="1"/>
              <a:t>geom_errorbar</a:t>
            </a:r>
            <a:r>
              <a:rPr lang="en-US" dirty="0"/>
              <a:t>(</a:t>
            </a:r>
            <a:r>
              <a:rPr lang="en-US" dirty="0" err="1"/>
              <a:t>aes</a:t>
            </a:r>
            <a:r>
              <a:rPr lang="en-US" dirty="0"/>
              <a:t>(</a:t>
            </a:r>
            <a:r>
              <a:rPr lang="en-US" dirty="0" err="1"/>
              <a:t>ymin</a:t>
            </a:r>
            <a:r>
              <a:rPr lang="en-US" dirty="0"/>
              <a:t> = mean - se,</a:t>
            </a:r>
          </a:p>
          <a:p>
            <a:r>
              <a:rPr lang="en-US" dirty="0"/>
              <a:t>                    </a:t>
            </a:r>
            <a:r>
              <a:rPr lang="en-US" dirty="0" err="1"/>
              <a:t>ymax</a:t>
            </a:r>
            <a:r>
              <a:rPr lang="en-US" dirty="0"/>
              <a:t> = mean + se), width = 0.15) + </a:t>
            </a:r>
          </a:p>
          <a:p>
            <a:r>
              <a:rPr lang="en-US" dirty="0"/>
              <a:t>  labs(x = NULL, y = 'Number of Recalled Words') +</a:t>
            </a:r>
          </a:p>
          <a:p>
            <a:r>
              <a:rPr lang="en-US" dirty="0"/>
              <a:t>  </a:t>
            </a:r>
            <a:r>
              <a:rPr lang="en-US" dirty="0" err="1"/>
              <a:t>scale_y_discrete</a:t>
            </a:r>
            <a:r>
              <a:rPr lang="en-US" dirty="0"/>
              <a:t>(labels = NULL) + </a:t>
            </a:r>
          </a:p>
          <a:p>
            <a:r>
              <a:rPr lang="en-US" dirty="0"/>
              <a:t>  </a:t>
            </a:r>
            <a:r>
              <a:rPr lang="en-US" dirty="0" err="1"/>
              <a:t>theme_classic</a:t>
            </a:r>
            <a:r>
              <a:rPr lang="en-US" dirty="0"/>
              <a:t>() + </a:t>
            </a:r>
          </a:p>
          <a:p>
            <a:r>
              <a:rPr lang="en-US" dirty="0"/>
              <a:t>  theme(</a:t>
            </a:r>
            <a:r>
              <a:rPr lang="en-US" dirty="0" err="1"/>
              <a:t>legend.position</a:t>
            </a:r>
            <a:r>
              <a:rPr lang="en-US" dirty="0"/>
              <a:t> = 'none') + </a:t>
            </a:r>
          </a:p>
          <a:p>
            <a:r>
              <a:rPr lang="en-US" dirty="0"/>
              <a:t>  theme(</a:t>
            </a:r>
            <a:r>
              <a:rPr lang="en-US" dirty="0" err="1"/>
              <a:t>axis.text.x</a:t>
            </a:r>
            <a:r>
              <a:rPr lang="en-US" dirty="0"/>
              <a:t> = </a:t>
            </a:r>
            <a:r>
              <a:rPr lang="en-US" dirty="0" err="1"/>
              <a:t>element_text</a:t>
            </a:r>
            <a:r>
              <a:rPr lang="en-US" dirty="0"/>
              <a:t>(size = 30)) + </a:t>
            </a:r>
          </a:p>
          <a:p>
            <a:r>
              <a:rPr lang="en-US" dirty="0"/>
              <a:t>  theme(</a:t>
            </a:r>
            <a:r>
              <a:rPr lang="en-US" dirty="0" err="1"/>
              <a:t>axis.title.y</a:t>
            </a:r>
            <a:r>
              <a:rPr lang="en-US" dirty="0"/>
              <a:t> = </a:t>
            </a:r>
            <a:r>
              <a:rPr lang="en-US" dirty="0" err="1"/>
              <a:t>element_text</a:t>
            </a:r>
            <a:r>
              <a:rPr lang="en-US" dirty="0"/>
              <a:t>(size = 30)) + </a:t>
            </a:r>
          </a:p>
          <a:p>
            <a:r>
              <a:rPr lang="en-US" dirty="0"/>
              <a:t>  </a:t>
            </a:r>
            <a:r>
              <a:rPr lang="en-US" dirty="0" err="1"/>
              <a:t>scale_fill_manual</a:t>
            </a:r>
            <a:r>
              <a:rPr lang="en-US" dirty="0"/>
              <a:t>(values = c("Restudy" = "#ff5349"  ,</a:t>
            </a:r>
          </a:p>
          <a:p>
            <a:r>
              <a:rPr lang="en-US" dirty="0"/>
              <a:t>                               "Test Different" = "#ff8243" ,</a:t>
            </a:r>
          </a:p>
          <a:p>
            <a:r>
              <a:rPr lang="en-US" dirty="0"/>
              <a:t>                               "Test Same" = "#ffcf48"))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264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AAB1-4279-A742-92DD-E7F613760DF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65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68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06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50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9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9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20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29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57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5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335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0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41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32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071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087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901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BE9DA0-DD6F-FD4F-9E32-A7BEECFC1870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9E2A9D3-FFA5-094F-8E21-C909A91A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5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E3F2784-92E5-48AF-8AA7-DA101BE3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48685-54C0-406B-BCC6-CD5287724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2616" y="1411015"/>
            <a:ext cx="7808159" cy="4103960"/>
          </a:xfrm>
          <a:prstGeom prst="rect">
            <a:avLst/>
          </a:prstGeom>
          <a:blipFill dpi="0" rotWithShape="1"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tile tx="0" ty="0" sx="90000" sy="100000" flip="none" algn="ctr"/>
          </a:blipFill>
          <a:ln>
            <a:noFill/>
          </a:ln>
          <a:effectLst>
            <a:outerShdw blurRad="114300" dist="139700" dir="3000000" sx="98000" sy="98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EE6E6-0E49-0E4D-A449-31973134D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9332" y="1850557"/>
            <a:ext cx="7633335" cy="2349721"/>
          </a:xfrm>
        </p:spPr>
        <p:txBody>
          <a:bodyPr anchor="ctr">
            <a:normAutofit/>
          </a:bodyPr>
          <a:lstStyle/>
          <a:p>
            <a:r>
              <a:rPr lang="en-US" altLang="zh-CN" sz="4400" dirty="0">
                <a:solidFill>
                  <a:srgbClr val="212121"/>
                </a:solidFill>
              </a:rPr>
              <a:t>Should</a:t>
            </a:r>
            <a:r>
              <a:rPr lang="zh-CN" altLang="en-US" sz="4400" dirty="0">
                <a:solidFill>
                  <a:srgbClr val="212121"/>
                </a:solidFill>
              </a:rPr>
              <a:t> </a:t>
            </a:r>
            <a:r>
              <a:rPr lang="en-US" altLang="zh-CN" sz="4400" dirty="0">
                <a:solidFill>
                  <a:srgbClr val="212121"/>
                </a:solidFill>
              </a:rPr>
              <a:t>we</a:t>
            </a:r>
            <a:r>
              <a:rPr lang="zh-CN" altLang="en-US" sz="4400" dirty="0">
                <a:solidFill>
                  <a:srgbClr val="212121"/>
                </a:solidFill>
              </a:rPr>
              <a:t> </a:t>
            </a:r>
            <a:r>
              <a:rPr lang="en-US" altLang="zh-CN" sz="4400" dirty="0">
                <a:solidFill>
                  <a:srgbClr val="212121"/>
                </a:solidFill>
              </a:rPr>
              <a:t>use</a:t>
            </a:r>
            <a:r>
              <a:rPr lang="zh-CN" altLang="en-US" sz="4400" dirty="0">
                <a:solidFill>
                  <a:srgbClr val="212121"/>
                </a:solidFill>
              </a:rPr>
              <a:t> </a:t>
            </a:r>
            <a:r>
              <a:rPr lang="en-US" altLang="zh-CN" sz="4400" dirty="0">
                <a:solidFill>
                  <a:srgbClr val="212121"/>
                </a:solidFill>
              </a:rPr>
              <a:t>purpose-specific</a:t>
            </a:r>
            <a:r>
              <a:rPr lang="zh-CN" altLang="en-US" sz="4400" dirty="0">
                <a:solidFill>
                  <a:srgbClr val="212121"/>
                </a:solidFill>
              </a:rPr>
              <a:t> </a:t>
            </a:r>
            <a:r>
              <a:rPr lang="en-US" altLang="zh-CN" sz="4400" dirty="0">
                <a:solidFill>
                  <a:srgbClr val="212121"/>
                </a:solidFill>
              </a:rPr>
              <a:t>vocabulary</a:t>
            </a:r>
            <a:r>
              <a:rPr lang="zh-CN" altLang="en-US" sz="4400" dirty="0">
                <a:solidFill>
                  <a:srgbClr val="212121"/>
                </a:solidFill>
              </a:rPr>
              <a:t> </a:t>
            </a:r>
            <a:r>
              <a:rPr lang="en-US" altLang="zh-CN" sz="4400" dirty="0">
                <a:solidFill>
                  <a:srgbClr val="212121"/>
                </a:solidFill>
              </a:rPr>
              <a:t>learning</a:t>
            </a:r>
            <a:r>
              <a:rPr lang="zh-CN" altLang="en-US" sz="4400" dirty="0">
                <a:solidFill>
                  <a:srgbClr val="212121"/>
                </a:solidFill>
              </a:rPr>
              <a:t> </a:t>
            </a:r>
            <a:r>
              <a:rPr lang="en-US" altLang="zh-CN" sz="4400" dirty="0">
                <a:solidFill>
                  <a:srgbClr val="212121"/>
                </a:solidFill>
              </a:rPr>
              <a:t>strategy?</a:t>
            </a:r>
            <a:r>
              <a:rPr lang="zh-CN" altLang="en-US" sz="4400" dirty="0">
                <a:solidFill>
                  <a:srgbClr val="212121"/>
                </a:solidFill>
              </a:rPr>
              <a:t> </a:t>
            </a:r>
            <a:endParaRPr lang="en-US" sz="4400" dirty="0">
              <a:solidFill>
                <a:srgbClr val="21212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B3C4C-0ED9-2442-AF09-43A66FF51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8861" y="4463715"/>
            <a:ext cx="6815669" cy="845701"/>
          </a:xfrm>
        </p:spPr>
        <p:txBody>
          <a:bodyPr>
            <a:normAutofit lnSpcReduction="10000"/>
          </a:bodyPr>
          <a:lstStyle/>
          <a:p>
            <a:r>
              <a:rPr lang="en-US" altLang="zh-CN" sz="2100" dirty="0">
                <a:solidFill>
                  <a:srgbClr val="212121"/>
                </a:solidFill>
              </a:rPr>
              <a:t>Jason</a:t>
            </a:r>
            <a:r>
              <a:rPr lang="zh-CN" altLang="en-US" sz="2100" dirty="0">
                <a:solidFill>
                  <a:srgbClr val="212121"/>
                </a:solidFill>
              </a:rPr>
              <a:t> </a:t>
            </a:r>
            <a:r>
              <a:rPr lang="en-US" altLang="zh-CN" sz="2100" dirty="0">
                <a:solidFill>
                  <a:srgbClr val="212121"/>
                </a:solidFill>
              </a:rPr>
              <a:t>Moy</a:t>
            </a:r>
            <a:r>
              <a:rPr lang="zh-CN" altLang="en-US" sz="2100" dirty="0">
                <a:solidFill>
                  <a:srgbClr val="212121"/>
                </a:solidFill>
              </a:rPr>
              <a:t> </a:t>
            </a:r>
            <a:endParaRPr lang="en-US" altLang="zh-CN" dirty="0">
              <a:solidFill>
                <a:srgbClr val="212121"/>
              </a:solidFill>
            </a:endParaRPr>
          </a:p>
          <a:p>
            <a:r>
              <a:rPr lang="en-US" altLang="zh-CN" sz="2100" dirty="0">
                <a:solidFill>
                  <a:srgbClr val="212121"/>
                </a:solidFill>
              </a:rPr>
              <a:t>Advisor</a:t>
            </a:r>
            <a:r>
              <a:rPr lang="en-US" altLang="zh-CN" dirty="0">
                <a:solidFill>
                  <a:srgbClr val="212121"/>
                </a:solidFill>
              </a:rPr>
              <a:t>:</a:t>
            </a:r>
            <a:r>
              <a:rPr lang="zh-CN" altLang="en-US" dirty="0">
                <a:solidFill>
                  <a:srgbClr val="212121"/>
                </a:solidFill>
              </a:rPr>
              <a:t> </a:t>
            </a:r>
            <a:r>
              <a:rPr lang="en-US" altLang="zh-CN" sz="2100" dirty="0">
                <a:solidFill>
                  <a:srgbClr val="212121"/>
                </a:solidFill>
              </a:rPr>
              <a:t>Timothy</a:t>
            </a:r>
            <a:r>
              <a:rPr lang="zh-CN" altLang="en-US" sz="2100" dirty="0">
                <a:solidFill>
                  <a:srgbClr val="212121"/>
                </a:solidFill>
              </a:rPr>
              <a:t> </a:t>
            </a:r>
            <a:r>
              <a:rPr lang="en-US" altLang="zh-CN" sz="2100" dirty="0">
                <a:solidFill>
                  <a:srgbClr val="212121"/>
                </a:solidFill>
              </a:rPr>
              <a:t>Rickard</a:t>
            </a:r>
            <a:r>
              <a:rPr lang="zh-CN" altLang="en-US" sz="2100" dirty="0">
                <a:solidFill>
                  <a:srgbClr val="212121"/>
                </a:solidFill>
              </a:rPr>
              <a:t> </a:t>
            </a:r>
            <a:r>
              <a:rPr lang="en-US" altLang="zh-CN" sz="2100" dirty="0" err="1">
                <a:solidFill>
                  <a:srgbClr val="212121"/>
                </a:solidFill>
              </a:rPr>
              <a:t>Ph.D</a:t>
            </a:r>
            <a:endParaRPr lang="en-US" sz="2100" dirty="0">
              <a:solidFill>
                <a:srgbClr val="21212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9E818D-F990-490E-9599-A842EBC9B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0895" y="4280121"/>
            <a:ext cx="1371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29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3482-9330-ED4E-95EF-DD38D216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1EAEA-7B6D-EA4D-BC42-492EE6880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3000" dirty="0"/>
              <a:t>Vocabulary</a:t>
            </a:r>
            <a:r>
              <a:rPr lang="zh-CN" altLang="en-US" sz="3000" dirty="0"/>
              <a:t> </a:t>
            </a:r>
            <a:r>
              <a:rPr lang="en-US" altLang="zh-CN" sz="3000" dirty="0"/>
              <a:t>is</a:t>
            </a:r>
            <a:r>
              <a:rPr lang="zh-CN" altLang="en-US" sz="3000" dirty="0"/>
              <a:t> </a:t>
            </a:r>
            <a:r>
              <a:rPr lang="en-US" altLang="zh-CN" sz="3000" dirty="0"/>
              <a:t>an</a:t>
            </a:r>
            <a:r>
              <a:rPr lang="zh-CN" altLang="en-US" sz="3000" dirty="0"/>
              <a:t> </a:t>
            </a:r>
            <a:r>
              <a:rPr lang="en-US" altLang="zh-CN" sz="3000" dirty="0"/>
              <a:t>essential</a:t>
            </a:r>
            <a:r>
              <a:rPr lang="zh-CN" altLang="en-US" sz="3000" dirty="0"/>
              <a:t> </a:t>
            </a:r>
            <a:r>
              <a:rPr lang="en-US" altLang="zh-CN" sz="3000" dirty="0"/>
              <a:t>component</a:t>
            </a:r>
            <a:r>
              <a:rPr lang="zh-CN" altLang="en-US" sz="3000" dirty="0"/>
              <a:t> </a:t>
            </a:r>
            <a:r>
              <a:rPr lang="en-US" altLang="zh-CN" sz="3000" dirty="0"/>
              <a:t>of</a:t>
            </a:r>
            <a:r>
              <a:rPr lang="zh-CN" altLang="en-US" sz="3000" dirty="0"/>
              <a:t> </a:t>
            </a:r>
            <a:r>
              <a:rPr lang="en-US" altLang="zh-CN" sz="3000" dirty="0"/>
              <a:t>learning</a:t>
            </a:r>
            <a:r>
              <a:rPr lang="zh-CN" altLang="en-US" sz="3000" dirty="0"/>
              <a:t> </a:t>
            </a:r>
            <a:r>
              <a:rPr lang="en-US" altLang="zh-CN" sz="3000" dirty="0"/>
              <a:t>a</a:t>
            </a:r>
            <a:r>
              <a:rPr lang="zh-CN" altLang="en-US" sz="3000" dirty="0"/>
              <a:t> </a:t>
            </a:r>
            <a:r>
              <a:rPr lang="en-US" altLang="zh-CN" sz="3000" dirty="0"/>
              <a:t>new</a:t>
            </a:r>
            <a:r>
              <a:rPr lang="zh-CN" altLang="en-US" sz="3000" dirty="0"/>
              <a:t> </a:t>
            </a:r>
            <a:r>
              <a:rPr lang="en-US" altLang="zh-CN" sz="3000" dirty="0"/>
              <a:t>language</a:t>
            </a:r>
            <a:r>
              <a:rPr lang="zh-CN" altLang="en-US" sz="3000" dirty="0"/>
              <a:t> </a:t>
            </a:r>
            <a:endParaRPr lang="en-US" altLang="zh-CN" sz="3000" dirty="0"/>
          </a:p>
          <a:p>
            <a:r>
              <a:rPr lang="en-US" altLang="zh-CN" sz="3000" dirty="0"/>
              <a:t>Ways</a:t>
            </a:r>
            <a:r>
              <a:rPr lang="zh-CN" altLang="en-US" sz="3000" dirty="0"/>
              <a:t> </a:t>
            </a:r>
            <a:r>
              <a:rPr lang="en-US" altLang="zh-CN" sz="3000" dirty="0"/>
              <a:t>to</a:t>
            </a:r>
            <a:r>
              <a:rPr lang="zh-CN" altLang="en-US" sz="3000" dirty="0"/>
              <a:t> </a:t>
            </a:r>
            <a:r>
              <a:rPr lang="en-US" altLang="zh-CN" sz="3000" dirty="0"/>
              <a:t>learn</a:t>
            </a:r>
            <a:r>
              <a:rPr lang="zh-CN" altLang="en-US" sz="3000" dirty="0"/>
              <a:t> </a:t>
            </a:r>
            <a:r>
              <a:rPr lang="en-US" altLang="zh-CN" sz="3000" dirty="0"/>
              <a:t>new</a:t>
            </a:r>
            <a:r>
              <a:rPr lang="zh-CN" altLang="en-US" sz="3000" dirty="0"/>
              <a:t> </a:t>
            </a:r>
            <a:r>
              <a:rPr lang="en-US" altLang="zh-CN" sz="3000" dirty="0"/>
              <a:t>vocabulary</a:t>
            </a:r>
            <a:r>
              <a:rPr lang="zh-CN" altLang="en-US" sz="3000" dirty="0"/>
              <a:t> </a:t>
            </a:r>
            <a:r>
              <a:rPr lang="en-US" altLang="zh-CN" sz="3000" dirty="0"/>
              <a:t>(large</a:t>
            </a:r>
            <a:r>
              <a:rPr lang="zh-CN" altLang="en-US" sz="3000" dirty="0"/>
              <a:t> </a:t>
            </a:r>
            <a:r>
              <a:rPr lang="en-US" altLang="zh-CN" sz="3000" dirty="0"/>
              <a:t>amount</a:t>
            </a:r>
            <a:r>
              <a:rPr lang="zh-CN" altLang="en-US" sz="3000" dirty="0"/>
              <a:t> </a:t>
            </a:r>
            <a:r>
              <a:rPr lang="en-US" altLang="zh-CN" sz="3000" dirty="0"/>
              <a:t>&amp;</a:t>
            </a:r>
            <a:r>
              <a:rPr lang="zh-CN" altLang="en-US" sz="3000" dirty="0"/>
              <a:t> </a:t>
            </a:r>
            <a:r>
              <a:rPr lang="en-US" altLang="zh-CN" sz="3000" dirty="0"/>
              <a:t>short</a:t>
            </a:r>
            <a:r>
              <a:rPr lang="zh-CN" altLang="en-US" sz="3000" dirty="0"/>
              <a:t> </a:t>
            </a:r>
            <a:r>
              <a:rPr lang="en-US" altLang="zh-CN" sz="3000" dirty="0"/>
              <a:t>period)</a:t>
            </a:r>
          </a:p>
          <a:p>
            <a:pPr lvl="1"/>
            <a:r>
              <a:rPr lang="en-US" altLang="zh-CN" sz="3000" dirty="0"/>
              <a:t>Restudy</a:t>
            </a:r>
            <a:r>
              <a:rPr lang="zh-CN" altLang="en-US" sz="3000" dirty="0"/>
              <a:t> </a:t>
            </a:r>
            <a:endParaRPr lang="en-US" altLang="zh-CN" sz="3000" dirty="0"/>
          </a:p>
          <a:p>
            <a:pPr lvl="1"/>
            <a:r>
              <a:rPr lang="en-US" altLang="zh-CN" sz="3000" dirty="0"/>
              <a:t>Self-test</a:t>
            </a:r>
            <a:r>
              <a:rPr lang="zh-CN" altLang="en-US" sz="3000" dirty="0"/>
              <a:t> 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53956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CD69-60DF-264E-8B94-EAD75FDB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5" y="609600"/>
            <a:ext cx="4977780" cy="505865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zh-CN" sz="10000" dirty="0"/>
              <a:t>Vision</a:t>
            </a:r>
            <a:r>
              <a:rPr lang="zh-CN" altLang="en-US" sz="10000" dirty="0"/>
              <a:t> </a:t>
            </a:r>
            <a:endParaRPr lang="en-US" sz="10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6A4D644-71B5-B049-A1F5-A64BC4CBC7DD}"/>
              </a:ext>
            </a:extLst>
          </p:cNvPr>
          <p:cNvSpPr txBox="1">
            <a:spLocks/>
          </p:cNvSpPr>
          <p:nvPr/>
        </p:nvSpPr>
        <p:spPr>
          <a:xfrm>
            <a:off x="6585504" y="819150"/>
            <a:ext cx="4438719" cy="563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6000" dirty="0" err="1"/>
              <a:t>visión</a:t>
            </a:r>
            <a:endParaRPr lang="en-US" altLang="zh-TW" sz="6000" dirty="0"/>
          </a:p>
          <a:p>
            <a:pPr marL="0" indent="0" algn="ctr">
              <a:buFont typeface="Arial"/>
              <a:buNone/>
            </a:pPr>
            <a:r>
              <a:rPr lang="zh-TW" altLang="en-US" sz="6000" dirty="0"/>
              <a:t>视力</a:t>
            </a:r>
            <a:endParaRPr lang="en-US" altLang="zh-TW" sz="6000" dirty="0"/>
          </a:p>
          <a:p>
            <a:pPr marL="0" indent="0" algn="ctr">
              <a:buFont typeface="Arial"/>
              <a:buNone/>
            </a:pPr>
            <a:r>
              <a:rPr lang="ko-KR" altLang="en-US" sz="6000" dirty="0"/>
              <a:t>전망</a:t>
            </a:r>
            <a:br>
              <a:rPr lang="ja-JP" altLang="en-US" sz="6000"/>
            </a:br>
            <a:r>
              <a:rPr lang="ja-JP" altLang="en-US" sz="6000"/>
              <a:t>ビジョン</a:t>
            </a:r>
            <a:br>
              <a:rPr lang="ru" sz="6000" dirty="0"/>
            </a:br>
            <a:r>
              <a:rPr lang="ru" sz="6000" dirty="0"/>
              <a:t>видение</a:t>
            </a:r>
            <a:endParaRPr lang="en-US" altLang="zh-TW" sz="6000" dirty="0"/>
          </a:p>
          <a:p>
            <a:pPr marL="0" indent="0">
              <a:buFont typeface="Arial"/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6262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CD69-60DF-264E-8B94-EAD75FDB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4" y="1041391"/>
            <a:ext cx="960119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10000" dirty="0"/>
              <a:t>Vision</a:t>
            </a:r>
            <a:r>
              <a:rPr lang="zh-CN" altLang="en-US" sz="10000" dirty="0"/>
              <a:t> </a:t>
            </a:r>
            <a:endParaRPr lang="en-US" sz="10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4EC1C8-7354-524A-94CF-A653370E64F1}"/>
              </a:ext>
            </a:extLst>
          </p:cNvPr>
          <p:cNvSpPr txBox="1">
            <a:spLocks/>
          </p:cNvSpPr>
          <p:nvPr/>
        </p:nvSpPr>
        <p:spPr>
          <a:xfrm>
            <a:off x="130174" y="2838734"/>
            <a:ext cx="11106150" cy="561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altLang="zh-CN" sz="4000" dirty="0"/>
          </a:p>
          <a:p>
            <a:pPr marL="0" indent="0">
              <a:buFont typeface="Arial"/>
              <a:buNone/>
            </a:pPr>
            <a:r>
              <a:rPr lang="zh-CN" altLang="en-US" sz="3500" dirty="0"/>
              <a:t>        </a:t>
            </a:r>
            <a:r>
              <a:rPr lang="en-US" altLang="zh-CN" sz="3500" dirty="0"/>
              <a:t>Please</a:t>
            </a:r>
            <a:r>
              <a:rPr lang="zh-CN" altLang="en-US" sz="3500" dirty="0"/>
              <a:t> </a:t>
            </a:r>
            <a:r>
              <a:rPr lang="en-US" altLang="zh-CN" sz="3500" dirty="0"/>
              <a:t>type</a:t>
            </a:r>
            <a:r>
              <a:rPr lang="zh-CN" altLang="en-US" sz="3500" dirty="0"/>
              <a:t> </a:t>
            </a:r>
            <a:r>
              <a:rPr lang="en-US" altLang="zh-CN" sz="3500" dirty="0"/>
              <a:t>the</a:t>
            </a:r>
            <a:r>
              <a:rPr lang="zh-CN" altLang="en-US" sz="3500" dirty="0"/>
              <a:t> </a:t>
            </a:r>
            <a:r>
              <a:rPr lang="en-US" altLang="zh-CN" sz="3500" dirty="0"/>
              <a:t>translation</a:t>
            </a:r>
            <a:r>
              <a:rPr lang="zh-CN" altLang="en-US" sz="3500" dirty="0"/>
              <a:t> </a:t>
            </a:r>
            <a:r>
              <a:rPr lang="en-US" altLang="zh-CN" sz="3500" dirty="0"/>
              <a:t>of</a:t>
            </a:r>
            <a:r>
              <a:rPr lang="zh-CN" altLang="en-US" sz="3500" dirty="0"/>
              <a:t> </a:t>
            </a:r>
            <a:r>
              <a:rPr lang="en-US" altLang="zh-CN" sz="3500" dirty="0"/>
              <a:t>“Vision”:</a:t>
            </a:r>
            <a:r>
              <a:rPr lang="zh-CN" altLang="en-US" sz="3500" dirty="0"/>
              <a:t>  </a:t>
            </a:r>
            <a:endParaRPr lang="en-US" sz="35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44CCE5-8E42-7741-A5B6-D8102C06535B}"/>
              </a:ext>
            </a:extLst>
          </p:cNvPr>
          <p:cNvCxnSpPr>
            <a:cxnSpLocks/>
          </p:cNvCxnSpPr>
          <p:nvPr/>
        </p:nvCxnSpPr>
        <p:spPr>
          <a:xfrm>
            <a:off x="8165457" y="4157141"/>
            <a:ext cx="27295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52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89ED-8931-4A48-8BFA-8BD504E0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Testing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7C125-FF39-A44E-96EE-291F1F964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800" dirty="0"/>
              <a:t>Practice</a:t>
            </a:r>
            <a:r>
              <a:rPr lang="zh-CN" altLang="en-US" sz="3800" dirty="0"/>
              <a:t> </a:t>
            </a:r>
            <a:r>
              <a:rPr lang="en-US" altLang="zh-CN" sz="3800" dirty="0"/>
              <a:t>test</a:t>
            </a:r>
            <a:r>
              <a:rPr lang="zh-CN" altLang="en-US" sz="3800" dirty="0"/>
              <a:t> </a:t>
            </a:r>
            <a:r>
              <a:rPr lang="en-US" altLang="zh-CN" sz="3800" dirty="0"/>
              <a:t>=</a:t>
            </a:r>
            <a:r>
              <a:rPr lang="zh-CN" altLang="en-US" sz="3800" dirty="0"/>
              <a:t> </a:t>
            </a:r>
            <a:r>
              <a:rPr lang="en-US" altLang="zh-CN" sz="3800" dirty="0"/>
              <a:t>better</a:t>
            </a:r>
            <a:r>
              <a:rPr lang="zh-CN" altLang="en-US" sz="3800" dirty="0"/>
              <a:t> </a:t>
            </a:r>
            <a:r>
              <a:rPr lang="en-US" altLang="zh-CN" sz="3800" dirty="0"/>
              <a:t>memory</a:t>
            </a:r>
            <a:r>
              <a:rPr lang="zh-CN" altLang="en-US" sz="3800" dirty="0"/>
              <a:t> </a:t>
            </a:r>
            <a:endParaRPr lang="en-US" altLang="zh-CN" sz="3800" dirty="0"/>
          </a:p>
          <a:p>
            <a:r>
              <a:rPr lang="en-US" altLang="zh-CN" sz="3800" dirty="0"/>
              <a:t>Expect</a:t>
            </a:r>
            <a:r>
              <a:rPr lang="zh-CN" altLang="en-US" sz="3800" dirty="0"/>
              <a:t> </a:t>
            </a:r>
            <a:r>
              <a:rPr lang="en-US" altLang="zh-CN" sz="3800" dirty="0"/>
              <a:t>self-test</a:t>
            </a:r>
            <a:r>
              <a:rPr lang="zh-CN" altLang="en-US" sz="3800" dirty="0"/>
              <a:t> </a:t>
            </a:r>
            <a:r>
              <a:rPr lang="en-US" altLang="zh-CN" sz="3800" dirty="0"/>
              <a:t>technique</a:t>
            </a:r>
            <a:r>
              <a:rPr lang="zh-CN" altLang="en-US" sz="3800" dirty="0"/>
              <a:t> </a:t>
            </a:r>
            <a:r>
              <a:rPr lang="en-US" altLang="zh-CN" sz="3800" dirty="0"/>
              <a:t>is</a:t>
            </a:r>
            <a:r>
              <a:rPr lang="zh-CN" altLang="en-US" sz="3800" dirty="0"/>
              <a:t> </a:t>
            </a:r>
            <a:r>
              <a:rPr lang="en-US" altLang="zh-CN" sz="3800" dirty="0"/>
              <a:t>better</a:t>
            </a:r>
            <a:r>
              <a:rPr lang="zh-CN" altLang="en-US" sz="3800" dirty="0"/>
              <a:t> </a:t>
            </a:r>
            <a:endParaRPr lang="en-US" altLang="zh-CN" sz="3800" dirty="0"/>
          </a:p>
          <a:p>
            <a:endParaRPr lang="en-US" altLang="zh-CN" sz="3400" dirty="0"/>
          </a:p>
          <a:p>
            <a:pPr marL="457200" lvl="1" indent="0">
              <a:buNone/>
            </a:pPr>
            <a:endParaRPr lang="en-US" altLang="zh-CN" sz="3400" dirty="0"/>
          </a:p>
          <a:p>
            <a:pPr marL="0" indent="0">
              <a:buNone/>
            </a:pPr>
            <a:endParaRPr lang="en-US" altLang="zh-CN" sz="3400" dirty="0"/>
          </a:p>
        </p:txBody>
      </p:sp>
    </p:spTree>
    <p:extLst>
      <p:ext uri="{BB962C8B-B14F-4D97-AF65-F5344CB8AC3E}">
        <p14:creationId xmlns:p14="http://schemas.microsoft.com/office/powerpoint/2010/main" val="3700865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68C945D9-9088-489B-BE23-4A8496989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74E2F94E-6F85-4704-9E1C-0DF5F1D8A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AD36E9-5951-AB41-8B36-01D11BEC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dirty="0"/>
              <a:t>Procedure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Testing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r>
              <a:rPr lang="zh-CN" altLang="en-US" dirty="0"/>
              <a:t> </a:t>
            </a:r>
            <a:r>
              <a:rPr lang="en-US" altLang="zh-CN" dirty="0"/>
              <a:t>Experiments</a:t>
            </a:r>
            <a:endParaRPr lang="en-US" sz="44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9964B6-92C0-433B-B227-66CE93138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E30A519-51E9-0241-A228-140D756DD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6589594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61192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CD69-60DF-264E-8B94-EAD75FDB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5" y="609600"/>
            <a:ext cx="4977780" cy="505865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zh-CN" sz="10000" dirty="0"/>
              <a:t>Vision</a:t>
            </a:r>
            <a:r>
              <a:rPr lang="zh-CN" altLang="en-US" sz="10000" dirty="0"/>
              <a:t> </a:t>
            </a:r>
            <a:endParaRPr lang="en-US" sz="10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6A4D644-71B5-B049-A1F5-A64BC4CBC7DD}"/>
              </a:ext>
            </a:extLst>
          </p:cNvPr>
          <p:cNvSpPr txBox="1">
            <a:spLocks/>
          </p:cNvSpPr>
          <p:nvPr/>
        </p:nvSpPr>
        <p:spPr>
          <a:xfrm>
            <a:off x="6585504" y="819150"/>
            <a:ext cx="4438719" cy="563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6000" dirty="0" err="1"/>
              <a:t>visión</a:t>
            </a:r>
            <a:endParaRPr lang="en-US" altLang="zh-TW" sz="6000" dirty="0"/>
          </a:p>
          <a:p>
            <a:pPr marL="0" indent="0" algn="ctr">
              <a:buFont typeface="Arial"/>
              <a:buNone/>
            </a:pPr>
            <a:r>
              <a:rPr lang="zh-TW" altLang="en-US" sz="6000" dirty="0"/>
              <a:t>视力</a:t>
            </a:r>
            <a:endParaRPr lang="en-US" altLang="zh-TW" sz="6000" dirty="0"/>
          </a:p>
          <a:p>
            <a:pPr marL="0" indent="0" algn="ctr">
              <a:buFont typeface="Arial"/>
              <a:buNone/>
            </a:pPr>
            <a:r>
              <a:rPr lang="ko-KR" altLang="en-US" sz="6000" dirty="0"/>
              <a:t>전망</a:t>
            </a:r>
            <a:br>
              <a:rPr lang="ja-JP" altLang="en-US" sz="6000"/>
            </a:br>
            <a:r>
              <a:rPr lang="ja-JP" altLang="en-US" sz="6000"/>
              <a:t>ビジョン</a:t>
            </a:r>
            <a:br>
              <a:rPr lang="ru" sz="6000" dirty="0"/>
            </a:br>
            <a:r>
              <a:rPr lang="ru" sz="6000" dirty="0"/>
              <a:t>видение</a:t>
            </a:r>
            <a:endParaRPr lang="en-US" altLang="zh-TW" sz="6000" dirty="0"/>
          </a:p>
          <a:p>
            <a:pPr marL="0" indent="0">
              <a:buFont typeface="Arial"/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4103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68C945D9-9088-489B-BE23-4A8496989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74E2F94E-6F85-4704-9E1C-0DF5F1D8A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AD36E9-5951-AB41-8B36-01D11BEC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dirty="0"/>
              <a:t>Procedure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Testing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r>
              <a:rPr lang="zh-CN" altLang="en-US" dirty="0"/>
              <a:t> </a:t>
            </a:r>
            <a:r>
              <a:rPr lang="en-US" altLang="zh-CN" dirty="0"/>
              <a:t>Experiments</a:t>
            </a:r>
            <a:endParaRPr lang="en-US" sz="44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9964B6-92C0-433B-B227-66CE93138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E30A519-51E9-0241-A228-140D756DD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2559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665833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CD69-60DF-264E-8B94-EAD75FDB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5" y="609600"/>
            <a:ext cx="4977780" cy="505865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zh-CN" sz="10000" dirty="0"/>
              <a:t>Vision</a:t>
            </a:r>
            <a:r>
              <a:rPr lang="zh-CN" altLang="en-US" sz="10000" dirty="0"/>
              <a:t> </a:t>
            </a:r>
            <a:endParaRPr lang="en-US" sz="10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6A4D644-71B5-B049-A1F5-A64BC4CBC7DD}"/>
              </a:ext>
            </a:extLst>
          </p:cNvPr>
          <p:cNvSpPr txBox="1">
            <a:spLocks/>
          </p:cNvSpPr>
          <p:nvPr/>
        </p:nvSpPr>
        <p:spPr>
          <a:xfrm>
            <a:off x="6585504" y="819150"/>
            <a:ext cx="4438719" cy="563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6000" dirty="0" err="1"/>
              <a:t>visión</a:t>
            </a:r>
            <a:endParaRPr lang="en-US" altLang="zh-TW" sz="6000" dirty="0"/>
          </a:p>
          <a:p>
            <a:pPr marL="0" indent="0" algn="ctr">
              <a:buFont typeface="Arial"/>
              <a:buNone/>
            </a:pPr>
            <a:r>
              <a:rPr lang="zh-TW" altLang="en-US" sz="6000" dirty="0"/>
              <a:t>视力</a:t>
            </a:r>
            <a:endParaRPr lang="en-US" altLang="zh-TW" sz="6000" dirty="0"/>
          </a:p>
          <a:p>
            <a:pPr marL="0" indent="0" algn="ctr">
              <a:buFont typeface="Arial"/>
              <a:buNone/>
            </a:pPr>
            <a:r>
              <a:rPr lang="ko-KR" altLang="en-US" sz="6000" dirty="0"/>
              <a:t>전망</a:t>
            </a:r>
            <a:br>
              <a:rPr lang="ja-JP" altLang="en-US" sz="6000"/>
            </a:br>
            <a:r>
              <a:rPr lang="ja-JP" altLang="en-US" sz="6000"/>
              <a:t>ビジョン</a:t>
            </a:r>
            <a:br>
              <a:rPr lang="ru" sz="6000" dirty="0"/>
            </a:br>
            <a:r>
              <a:rPr lang="ru" sz="6000" dirty="0"/>
              <a:t>видение</a:t>
            </a:r>
            <a:endParaRPr lang="en-US" altLang="zh-TW" sz="6000" dirty="0"/>
          </a:p>
          <a:p>
            <a:pPr marL="0" indent="0">
              <a:buFont typeface="Arial"/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02042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CD69-60DF-264E-8B94-EAD75FDB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4" y="1041391"/>
            <a:ext cx="960119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10000" dirty="0"/>
              <a:t>Vision</a:t>
            </a:r>
            <a:r>
              <a:rPr lang="zh-CN" altLang="en-US" sz="10000" dirty="0"/>
              <a:t> </a:t>
            </a:r>
            <a:endParaRPr lang="en-US" sz="10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4EC1C8-7354-524A-94CF-A653370E64F1}"/>
              </a:ext>
            </a:extLst>
          </p:cNvPr>
          <p:cNvSpPr txBox="1">
            <a:spLocks/>
          </p:cNvSpPr>
          <p:nvPr/>
        </p:nvSpPr>
        <p:spPr>
          <a:xfrm>
            <a:off x="130174" y="2838734"/>
            <a:ext cx="11106150" cy="561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altLang="zh-CN" sz="4000" dirty="0"/>
          </a:p>
          <a:p>
            <a:pPr marL="0" indent="0">
              <a:buFont typeface="Arial"/>
              <a:buNone/>
            </a:pPr>
            <a:r>
              <a:rPr lang="zh-CN" altLang="en-US" sz="3500" dirty="0"/>
              <a:t>        </a:t>
            </a:r>
            <a:r>
              <a:rPr lang="en-US" altLang="zh-CN" sz="3500" dirty="0"/>
              <a:t>Please</a:t>
            </a:r>
            <a:r>
              <a:rPr lang="zh-CN" altLang="en-US" sz="3500" dirty="0"/>
              <a:t> </a:t>
            </a:r>
            <a:r>
              <a:rPr lang="en-US" altLang="zh-CN" sz="3500" dirty="0"/>
              <a:t>type</a:t>
            </a:r>
            <a:r>
              <a:rPr lang="zh-CN" altLang="en-US" sz="3500" dirty="0"/>
              <a:t> </a:t>
            </a:r>
            <a:r>
              <a:rPr lang="en-US" altLang="zh-CN" sz="3500" dirty="0"/>
              <a:t>the</a:t>
            </a:r>
            <a:r>
              <a:rPr lang="zh-CN" altLang="en-US" sz="3500" dirty="0"/>
              <a:t> </a:t>
            </a:r>
            <a:r>
              <a:rPr lang="en-US" altLang="zh-CN" sz="3500" dirty="0"/>
              <a:t>translation</a:t>
            </a:r>
            <a:r>
              <a:rPr lang="zh-CN" altLang="en-US" sz="3500" dirty="0"/>
              <a:t> </a:t>
            </a:r>
            <a:r>
              <a:rPr lang="en-US" altLang="zh-CN" sz="3500" dirty="0"/>
              <a:t>of</a:t>
            </a:r>
            <a:r>
              <a:rPr lang="zh-CN" altLang="en-US" sz="3500" dirty="0"/>
              <a:t> </a:t>
            </a:r>
            <a:r>
              <a:rPr lang="en-US" altLang="zh-CN" sz="3500" dirty="0"/>
              <a:t>“Vision”:</a:t>
            </a:r>
            <a:r>
              <a:rPr lang="zh-CN" altLang="en-US" sz="3500" dirty="0"/>
              <a:t>  </a:t>
            </a:r>
            <a:endParaRPr lang="en-US" sz="35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44CCE5-8E42-7741-A5B6-D8102C06535B}"/>
              </a:ext>
            </a:extLst>
          </p:cNvPr>
          <p:cNvCxnSpPr>
            <a:cxnSpLocks/>
          </p:cNvCxnSpPr>
          <p:nvPr/>
        </p:nvCxnSpPr>
        <p:spPr>
          <a:xfrm>
            <a:off x="8165457" y="4157141"/>
            <a:ext cx="27295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133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68C945D9-9088-489B-BE23-4A8496989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74E2F94E-6F85-4704-9E1C-0DF5F1D8A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AD36E9-5951-AB41-8B36-01D11BEC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dirty="0"/>
              <a:t>Procedure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Testing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r>
              <a:rPr lang="zh-CN" altLang="en-US" dirty="0"/>
              <a:t> </a:t>
            </a:r>
            <a:r>
              <a:rPr lang="en-US" altLang="zh-CN" dirty="0"/>
              <a:t>Experiments</a:t>
            </a:r>
            <a:endParaRPr lang="en-US" sz="44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9964B6-92C0-433B-B227-66CE93138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E30A519-51E9-0241-A228-140D756DD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8296542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3788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CD69-60DF-264E-8B94-EAD75FDB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4" y="1041391"/>
            <a:ext cx="960119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10000" dirty="0"/>
              <a:t>Vision</a:t>
            </a:r>
            <a:r>
              <a:rPr lang="zh-CN" altLang="en-US" sz="10000" dirty="0"/>
              <a:t> </a:t>
            </a:r>
            <a:endParaRPr lang="en-US" sz="10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4EC1C8-7354-524A-94CF-A653370E64F1}"/>
              </a:ext>
            </a:extLst>
          </p:cNvPr>
          <p:cNvSpPr txBox="1">
            <a:spLocks/>
          </p:cNvSpPr>
          <p:nvPr/>
        </p:nvSpPr>
        <p:spPr>
          <a:xfrm>
            <a:off x="130174" y="2838734"/>
            <a:ext cx="11106150" cy="561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altLang="zh-CN" sz="4000" dirty="0"/>
          </a:p>
          <a:p>
            <a:pPr marL="0" indent="0">
              <a:buFont typeface="Arial"/>
              <a:buNone/>
            </a:pPr>
            <a:r>
              <a:rPr lang="zh-CN" altLang="en-US" sz="3500" dirty="0"/>
              <a:t>        </a:t>
            </a:r>
            <a:r>
              <a:rPr lang="en-US" altLang="zh-CN" sz="3500" dirty="0"/>
              <a:t>Please</a:t>
            </a:r>
            <a:r>
              <a:rPr lang="zh-CN" altLang="en-US" sz="3500" dirty="0"/>
              <a:t> </a:t>
            </a:r>
            <a:r>
              <a:rPr lang="en-US" altLang="zh-CN" sz="3500" dirty="0"/>
              <a:t>type</a:t>
            </a:r>
            <a:r>
              <a:rPr lang="zh-CN" altLang="en-US" sz="3500" dirty="0"/>
              <a:t> </a:t>
            </a:r>
            <a:r>
              <a:rPr lang="en-US" altLang="zh-CN" sz="3500" dirty="0"/>
              <a:t>the</a:t>
            </a:r>
            <a:r>
              <a:rPr lang="zh-CN" altLang="en-US" sz="3500" dirty="0"/>
              <a:t> </a:t>
            </a:r>
            <a:r>
              <a:rPr lang="en-US" altLang="zh-CN" sz="3500" dirty="0"/>
              <a:t>translation</a:t>
            </a:r>
            <a:r>
              <a:rPr lang="zh-CN" altLang="en-US" sz="3500" dirty="0"/>
              <a:t> </a:t>
            </a:r>
            <a:r>
              <a:rPr lang="en-US" altLang="zh-CN" sz="3500" dirty="0"/>
              <a:t>of</a:t>
            </a:r>
            <a:r>
              <a:rPr lang="zh-CN" altLang="en-US" sz="3500" dirty="0"/>
              <a:t> </a:t>
            </a:r>
            <a:r>
              <a:rPr lang="en-US" altLang="zh-CN" sz="3500" dirty="0"/>
              <a:t>“Vision”:</a:t>
            </a:r>
            <a:r>
              <a:rPr lang="zh-CN" altLang="en-US" sz="3500" dirty="0"/>
              <a:t>  </a:t>
            </a:r>
            <a:endParaRPr lang="en-US" sz="35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44CCE5-8E42-7741-A5B6-D8102C06535B}"/>
              </a:ext>
            </a:extLst>
          </p:cNvPr>
          <p:cNvCxnSpPr>
            <a:cxnSpLocks/>
          </p:cNvCxnSpPr>
          <p:nvPr/>
        </p:nvCxnSpPr>
        <p:spPr>
          <a:xfrm>
            <a:off x="8165457" y="4157141"/>
            <a:ext cx="27295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634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640BAB49-521A-4847-8CD2-806C48DFA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98F1179-1183-4919-9064-D6B260218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id="{6441B39E-9CEC-491F-9A5D-487DED644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23F5AB-E1DB-884A-B11D-4EE810E3A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1"/>
            <a:ext cx="307900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5400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Result</a:t>
            </a:r>
            <a:endParaRPr lang="en-US" sz="5400" kern="1200" cap="none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5572A79-1801-44EB-BDC2-BAEE6B473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clock&#10;&#10;Description automatically generated">
            <a:extLst>
              <a:ext uri="{FF2B5EF4-FFF2-40B4-BE49-F238E27FC236}">
                <a16:creationId xmlns:a16="http://schemas.microsoft.com/office/drawing/2014/main" id="{2F41FC34-8CEA-614D-BAC5-5BB08F5284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426" y="1410208"/>
            <a:ext cx="4838596" cy="3858780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FD37111-10AC-4926-81AC-9AD3968F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502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3ECD-CF87-EA44-891D-7865D5B80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F4FB1-C44E-0041-B44B-18F2C4C4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000" dirty="0"/>
              <a:t>Compare</a:t>
            </a:r>
            <a:r>
              <a:rPr lang="zh-CN" altLang="en-US" sz="3000" dirty="0"/>
              <a:t> </a:t>
            </a:r>
            <a:r>
              <a:rPr lang="en-US" altLang="zh-CN" sz="3000" dirty="0"/>
              <a:t>to</a:t>
            </a:r>
            <a:r>
              <a:rPr lang="zh-CN" altLang="en-US" sz="3000" dirty="0"/>
              <a:t> </a:t>
            </a:r>
            <a:r>
              <a:rPr lang="en-US" altLang="zh-CN" sz="3000" dirty="0"/>
              <a:t>restudy</a:t>
            </a:r>
            <a:r>
              <a:rPr lang="zh-CN" altLang="en-US" sz="3000" dirty="0"/>
              <a:t> </a:t>
            </a:r>
            <a:r>
              <a:rPr lang="en-US" altLang="zh-CN" sz="3000" dirty="0"/>
              <a:t>control</a:t>
            </a:r>
            <a:r>
              <a:rPr lang="zh-CN" altLang="en-US" sz="3000" dirty="0"/>
              <a:t> </a:t>
            </a:r>
            <a:r>
              <a:rPr lang="en-US" altLang="zh-CN" sz="3000" dirty="0"/>
              <a:t>condition,</a:t>
            </a:r>
            <a:r>
              <a:rPr lang="zh-CN" altLang="en-US" sz="3000" dirty="0"/>
              <a:t> </a:t>
            </a:r>
            <a:r>
              <a:rPr lang="en-US" altLang="zh-CN" sz="3000" dirty="0"/>
              <a:t>do</a:t>
            </a:r>
            <a:r>
              <a:rPr lang="zh-CN" altLang="en-US" sz="3000" dirty="0"/>
              <a:t> </a:t>
            </a:r>
            <a:r>
              <a:rPr lang="en-US" altLang="zh-CN" sz="3000" dirty="0"/>
              <a:t>people</a:t>
            </a:r>
            <a:r>
              <a:rPr lang="zh-CN" altLang="en-US" sz="3000" dirty="0"/>
              <a:t> </a:t>
            </a:r>
            <a:r>
              <a:rPr lang="en-US" altLang="zh-CN" sz="3000" dirty="0"/>
              <a:t>recall</a:t>
            </a:r>
            <a:r>
              <a:rPr lang="zh-CN" altLang="en-US" sz="3000" dirty="0"/>
              <a:t> </a:t>
            </a:r>
            <a:r>
              <a:rPr lang="en-US" altLang="zh-CN" sz="3000" dirty="0"/>
              <a:t>more</a:t>
            </a:r>
            <a:r>
              <a:rPr lang="zh-CN" altLang="en-US" sz="3000" dirty="0"/>
              <a:t> </a:t>
            </a:r>
            <a:r>
              <a:rPr lang="en-US" altLang="zh-CN" sz="3000" dirty="0"/>
              <a:t>words</a:t>
            </a:r>
            <a:r>
              <a:rPr lang="zh-CN" altLang="en-US" sz="3000" dirty="0"/>
              <a:t> </a:t>
            </a:r>
            <a:r>
              <a:rPr lang="en-US" altLang="zh-CN" sz="3000" dirty="0"/>
              <a:t>if</a:t>
            </a:r>
            <a:r>
              <a:rPr lang="zh-CN" altLang="en-US" sz="3000" dirty="0"/>
              <a:t> </a:t>
            </a:r>
            <a:r>
              <a:rPr lang="en-US" altLang="zh-CN" sz="3000" dirty="0"/>
              <a:t>the</a:t>
            </a:r>
            <a:r>
              <a:rPr lang="zh-CN" altLang="en-US" sz="3000" dirty="0"/>
              <a:t> </a:t>
            </a:r>
            <a:r>
              <a:rPr lang="en-US" altLang="zh-CN" sz="3000" dirty="0"/>
              <a:t>direction</a:t>
            </a:r>
            <a:r>
              <a:rPr lang="zh-CN" altLang="en-US" sz="3000" dirty="0"/>
              <a:t> </a:t>
            </a:r>
            <a:r>
              <a:rPr lang="en-US" altLang="zh-CN" sz="3000" dirty="0"/>
              <a:t>of</a:t>
            </a:r>
            <a:r>
              <a:rPr lang="zh-CN" altLang="en-US" sz="3000" dirty="0"/>
              <a:t> </a:t>
            </a:r>
            <a:r>
              <a:rPr lang="en-US" altLang="zh-CN" sz="3000" dirty="0"/>
              <a:t>the</a:t>
            </a:r>
            <a:r>
              <a:rPr lang="zh-CN" altLang="en-US" sz="3000" dirty="0"/>
              <a:t> </a:t>
            </a:r>
            <a:r>
              <a:rPr lang="en-US" altLang="zh-CN" sz="3000" dirty="0"/>
              <a:t>final</a:t>
            </a:r>
            <a:r>
              <a:rPr lang="zh-CN" altLang="en-US" sz="3000" dirty="0"/>
              <a:t> </a:t>
            </a:r>
            <a:r>
              <a:rPr lang="en-US" altLang="zh-CN" sz="3000" dirty="0"/>
              <a:t>test</a:t>
            </a:r>
            <a:r>
              <a:rPr lang="zh-CN" altLang="en-US" sz="3000" dirty="0"/>
              <a:t> </a:t>
            </a:r>
            <a:r>
              <a:rPr lang="en-US" altLang="zh-CN" sz="3000" dirty="0"/>
              <a:t>is</a:t>
            </a:r>
            <a:r>
              <a:rPr lang="zh-CN" altLang="en-US" sz="3000" dirty="0"/>
              <a:t> </a:t>
            </a:r>
            <a:r>
              <a:rPr lang="en-US" altLang="zh-CN" sz="3000" dirty="0"/>
              <a:t>different</a:t>
            </a:r>
            <a:r>
              <a:rPr lang="zh-CN" altLang="en-US" sz="3000" dirty="0"/>
              <a:t> </a:t>
            </a:r>
            <a:r>
              <a:rPr lang="en-US" altLang="zh-CN" sz="3000" dirty="0"/>
              <a:t>from</a:t>
            </a:r>
            <a:r>
              <a:rPr lang="zh-CN" altLang="en-US" sz="3000" dirty="0"/>
              <a:t> </a:t>
            </a:r>
            <a:r>
              <a:rPr lang="en-US" altLang="zh-CN" sz="3000" dirty="0"/>
              <a:t>the</a:t>
            </a:r>
            <a:r>
              <a:rPr lang="zh-CN" altLang="en-US" sz="3000" dirty="0"/>
              <a:t> </a:t>
            </a:r>
            <a:r>
              <a:rPr lang="en-US" altLang="zh-CN" sz="3000" dirty="0"/>
              <a:t>practice</a:t>
            </a:r>
            <a:r>
              <a:rPr lang="zh-CN" altLang="en-US" sz="3000" dirty="0"/>
              <a:t> </a:t>
            </a:r>
            <a:r>
              <a:rPr lang="en-US" altLang="zh-CN" sz="3000" dirty="0"/>
              <a:t>test?</a:t>
            </a:r>
            <a:r>
              <a:rPr lang="zh-CN" altLang="en-US" sz="3000" dirty="0"/>
              <a:t> 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286750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CD69-60DF-264E-8B94-EAD75FDB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4" y="1041391"/>
            <a:ext cx="960119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10000" dirty="0"/>
              <a:t>Vision</a:t>
            </a:r>
            <a:r>
              <a:rPr lang="zh-CN" altLang="en-US" sz="10000" dirty="0"/>
              <a:t> </a:t>
            </a:r>
            <a:endParaRPr lang="en-US" sz="10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4EC1C8-7354-524A-94CF-A653370E64F1}"/>
              </a:ext>
            </a:extLst>
          </p:cNvPr>
          <p:cNvSpPr txBox="1">
            <a:spLocks/>
          </p:cNvSpPr>
          <p:nvPr/>
        </p:nvSpPr>
        <p:spPr>
          <a:xfrm>
            <a:off x="130174" y="2838734"/>
            <a:ext cx="11106150" cy="561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altLang="zh-CN" sz="4000" dirty="0"/>
          </a:p>
          <a:p>
            <a:pPr marL="0" indent="0">
              <a:buFont typeface="Arial"/>
              <a:buNone/>
            </a:pPr>
            <a:r>
              <a:rPr lang="zh-CN" altLang="en-US" sz="3500" dirty="0"/>
              <a:t>        </a:t>
            </a:r>
            <a:r>
              <a:rPr lang="en-US" altLang="zh-CN" sz="3500" dirty="0"/>
              <a:t>Please</a:t>
            </a:r>
            <a:r>
              <a:rPr lang="zh-CN" altLang="en-US" sz="3500" dirty="0"/>
              <a:t> </a:t>
            </a:r>
            <a:r>
              <a:rPr lang="en-US" altLang="zh-CN" sz="3500" dirty="0"/>
              <a:t>type</a:t>
            </a:r>
            <a:r>
              <a:rPr lang="zh-CN" altLang="en-US" sz="3500" dirty="0"/>
              <a:t> </a:t>
            </a:r>
            <a:r>
              <a:rPr lang="en-US" altLang="zh-CN" sz="3500" dirty="0"/>
              <a:t>the</a:t>
            </a:r>
            <a:r>
              <a:rPr lang="zh-CN" altLang="en-US" sz="3500" dirty="0"/>
              <a:t> </a:t>
            </a:r>
            <a:r>
              <a:rPr lang="en-US" altLang="zh-CN" sz="3500" dirty="0"/>
              <a:t>translation</a:t>
            </a:r>
            <a:r>
              <a:rPr lang="zh-CN" altLang="en-US" sz="3500" dirty="0"/>
              <a:t> </a:t>
            </a:r>
            <a:r>
              <a:rPr lang="en-US" altLang="zh-CN" sz="3500" dirty="0"/>
              <a:t>of</a:t>
            </a:r>
            <a:r>
              <a:rPr lang="zh-CN" altLang="en-US" sz="3500" dirty="0"/>
              <a:t> </a:t>
            </a:r>
            <a:r>
              <a:rPr lang="en-US" altLang="zh-CN" sz="3500" dirty="0"/>
              <a:t>“Vision”:</a:t>
            </a:r>
            <a:r>
              <a:rPr lang="zh-CN" altLang="en-US" sz="3500" dirty="0"/>
              <a:t>  </a:t>
            </a:r>
            <a:endParaRPr lang="en-US" sz="35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44CCE5-8E42-7741-A5B6-D8102C06535B}"/>
              </a:ext>
            </a:extLst>
          </p:cNvPr>
          <p:cNvCxnSpPr>
            <a:cxnSpLocks/>
          </p:cNvCxnSpPr>
          <p:nvPr/>
        </p:nvCxnSpPr>
        <p:spPr>
          <a:xfrm>
            <a:off x="8165457" y="4157141"/>
            <a:ext cx="27295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110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CD69-60DF-264E-8B94-EAD75FDB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4" y="1339846"/>
            <a:ext cx="960119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TW" altLang="en-US" sz="10000" dirty="0"/>
              <a:t>视力</a:t>
            </a:r>
            <a:r>
              <a:rPr lang="zh-CN" altLang="en-US" sz="10000" dirty="0"/>
              <a:t> </a:t>
            </a:r>
            <a:endParaRPr lang="en-US" sz="10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ED9179-E5E5-634D-B60F-90AA18AA1225}"/>
              </a:ext>
            </a:extLst>
          </p:cNvPr>
          <p:cNvSpPr txBox="1">
            <a:spLocks/>
          </p:cNvSpPr>
          <p:nvPr/>
        </p:nvSpPr>
        <p:spPr>
          <a:xfrm>
            <a:off x="130174" y="2999314"/>
            <a:ext cx="11106150" cy="561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altLang="zh-CN" sz="4000" dirty="0"/>
          </a:p>
          <a:p>
            <a:pPr marL="0" indent="0">
              <a:buFont typeface="Arial"/>
              <a:buNone/>
            </a:pPr>
            <a:r>
              <a:rPr lang="zh-CN" altLang="en-US" sz="3500" dirty="0"/>
              <a:t>        </a:t>
            </a:r>
            <a:r>
              <a:rPr lang="en-US" altLang="zh-CN" sz="3500" dirty="0"/>
              <a:t>Please</a:t>
            </a:r>
            <a:r>
              <a:rPr lang="zh-CN" altLang="en-US" sz="3500" dirty="0"/>
              <a:t> </a:t>
            </a:r>
            <a:r>
              <a:rPr lang="en-US" altLang="zh-CN" sz="3500" dirty="0"/>
              <a:t>type</a:t>
            </a:r>
            <a:r>
              <a:rPr lang="zh-CN" altLang="en-US" sz="3500" dirty="0"/>
              <a:t> </a:t>
            </a:r>
            <a:r>
              <a:rPr lang="en-US" altLang="zh-CN" sz="3500" dirty="0"/>
              <a:t>the</a:t>
            </a:r>
            <a:r>
              <a:rPr lang="zh-CN" altLang="en-US" sz="3500" dirty="0"/>
              <a:t> </a:t>
            </a:r>
            <a:r>
              <a:rPr lang="en-US" altLang="zh-CN" sz="3500" dirty="0"/>
              <a:t>English</a:t>
            </a:r>
            <a:r>
              <a:rPr lang="zh-CN" altLang="en-US" sz="3500" dirty="0"/>
              <a:t> </a:t>
            </a:r>
            <a:r>
              <a:rPr lang="en-US" altLang="zh-CN" sz="3500" dirty="0"/>
              <a:t>term</a:t>
            </a:r>
            <a:r>
              <a:rPr lang="zh-CN" altLang="en-US" sz="3500" dirty="0"/>
              <a:t> </a:t>
            </a:r>
            <a:r>
              <a:rPr lang="en-US" altLang="zh-CN" sz="3500" dirty="0"/>
              <a:t>for</a:t>
            </a:r>
            <a:r>
              <a:rPr lang="zh-CN" altLang="en-US" sz="3500" dirty="0"/>
              <a:t> </a:t>
            </a:r>
            <a:r>
              <a:rPr lang="en-US" altLang="zh-CN" sz="3500" dirty="0"/>
              <a:t>“</a:t>
            </a:r>
            <a:r>
              <a:rPr lang="zh-TW" altLang="en-US" sz="3500" dirty="0"/>
              <a:t>视力</a:t>
            </a:r>
            <a:r>
              <a:rPr lang="en-US" altLang="zh-CN" sz="3500" dirty="0"/>
              <a:t>”:</a:t>
            </a:r>
            <a:r>
              <a:rPr lang="zh-CN" altLang="en-US" sz="3500" dirty="0"/>
              <a:t>  </a:t>
            </a:r>
            <a:endParaRPr lang="en-US" sz="35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2817AC-9762-894B-90EC-08B9D921D1F6}"/>
              </a:ext>
            </a:extLst>
          </p:cNvPr>
          <p:cNvCxnSpPr>
            <a:cxnSpLocks/>
          </p:cNvCxnSpPr>
          <p:nvPr/>
        </p:nvCxnSpPr>
        <p:spPr>
          <a:xfrm>
            <a:off x="8325134" y="4312692"/>
            <a:ext cx="272955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376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133E-FC5B-6B4B-8DF7-CCB649B3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Practical</a:t>
            </a:r>
            <a:r>
              <a:rPr lang="zh-CN" altLang="en-US" dirty="0"/>
              <a:t> </a:t>
            </a:r>
            <a:r>
              <a:rPr lang="en-US" altLang="zh-CN" dirty="0"/>
              <a:t>Implication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5A90F-7E6F-9C4A-851B-93AA00547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150" y="2556932"/>
            <a:ext cx="10400730" cy="3318936"/>
          </a:xfrm>
        </p:spPr>
        <p:txBody>
          <a:bodyPr>
            <a:normAutofit/>
          </a:bodyPr>
          <a:lstStyle/>
          <a:p>
            <a:r>
              <a:rPr lang="en-US" altLang="zh-CN" sz="3500" dirty="0"/>
              <a:t>Reversed</a:t>
            </a:r>
            <a:r>
              <a:rPr lang="zh-CN" altLang="en-US" sz="3500" dirty="0"/>
              <a:t> </a:t>
            </a:r>
            <a:r>
              <a:rPr lang="en-US" altLang="zh-CN" sz="3500" dirty="0"/>
              <a:t>Test</a:t>
            </a:r>
            <a:r>
              <a:rPr lang="zh-CN" altLang="en-US" sz="3500" dirty="0"/>
              <a:t> </a:t>
            </a:r>
            <a:r>
              <a:rPr lang="en-US" altLang="zh-CN" sz="3500" dirty="0"/>
              <a:t>=</a:t>
            </a:r>
            <a:r>
              <a:rPr lang="zh-CN" altLang="en-US" sz="3500" dirty="0"/>
              <a:t> </a:t>
            </a:r>
            <a:r>
              <a:rPr lang="en-US" altLang="zh-CN" sz="3500" dirty="0"/>
              <a:t>Identical</a:t>
            </a:r>
            <a:r>
              <a:rPr lang="zh-CN" altLang="en-US" sz="3500" dirty="0"/>
              <a:t> </a:t>
            </a:r>
            <a:r>
              <a:rPr lang="en-US" altLang="zh-CN" sz="3500" dirty="0"/>
              <a:t>Test:</a:t>
            </a:r>
            <a:r>
              <a:rPr lang="zh-CN" altLang="en-US" sz="3500" dirty="0"/>
              <a:t> </a:t>
            </a:r>
            <a:r>
              <a:rPr lang="en-US" altLang="zh-CN" sz="3500" dirty="0"/>
              <a:t>Nothing</a:t>
            </a:r>
            <a:r>
              <a:rPr lang="zh-CN" altLang="en-US" sz="3500" dirty="0"/>
              <a:t> </a:t>
            </a:r>
            <a:r>
              <a:rPr lang="en-US" altLang="zh-CN" sz="3500" dirty="0"/>
              <a:t>change</a:t>
            </a:r>
            <a:r>
              <a:rPr lang="zh-CN" altLang="en-US" sz="3500" dirty="0"/>
              <a:t> </a:t>
            </a:r>
            <a:r>
              <a:rPr lang="en-US" altLang="zh-CN" sz="3500" dirty="0"/>
              <a:t>(yea!)</a:t>
            </a:r>
            <a:r>
              <a:rPr lang="zh-CN" altLang="en-US" sz="3500" dirty="0"/>
              <a:t> </a:t>
            </a:r>
            <a:endParaRPr lang="en-US" altLang="zh-CN" sz="3500" dirty="0"/>
          </a:p>
          <a:p>
            <a:pPr marL="0" indent="0">
              <a:buNone/>
            </a:pPr>
            <a:endParaRPr lang="en-US" altLang="zh-CN" sz="3500" dirty="0"/>
          </a:p>
          <a:p>
            <a:r>
              <a:rPr lang="en-US" altLang="zh-CN" sz="3500" dirty="0"/>
              <a:t>Reversed</a:t>
            </a:r>
            <a:r>
              <a:rPr lang="zh-CN" altLang="en-US" sz="3500" dirty="0"/>
              <a:t> </a:t>
            </a:r>
            <a:r>
              <a:rPr lang="en-US" altLang="zh-CN" sz="3500" dirty="0"/>
              <a:t>Test</a:t>
            </a:r>
            <a:r>
              <a:rPr lang="zh-CN" altLang="en-US" sz="3500" dirty="0"/>
              <a:t> </a:t>
            </a:r>
            <a:r>
              <a:rPr lang="en-US" altLang="zh-CN" sz="3500" dirty="0"/>
              <a:t>&lt;</a:t>
            </a:r>
            <a:r>
              <a:rPr lang="zh-CN" altLang="en-US" sz="3500" dirty="0"/>
              <a:t> </a:t>
            </a:r>
            <a:r>
              <a:rPr lang="en-US" altLang="zh-CN" sz="3500" dirty="0"/>
              <a:t>Identical</a:t>
            </a:r>
            <a:r>
              <a:rPr lang="zh-CN" altLang="en-US" sz="3500" dirty="0"/>
              <a:t> </a:t>
            </a:r>
            <a:r>
              <a:rPr lang="en-US" altLang="zh-CN" sz="3500" dirty="0"/>
              <a:t>Test:</a:t>
            </a:r>
            <a:r>
              <a:rPr lang="zh-CN" altLang="en-US" sz="3500" dirty="0"/>
              <a:t> </a:t>
            </a:r>
            <a:r>
              <a:rPr lang="en-US" altLang="zh-CN" sz="3500" dirty="0"/>
              <a:t>People</a:t>
            </a:r>
            <a:r>
              <a:rPr lang="zh-CN" altLang="en-US" sz="3500" dirty="0"/>
              <a:t> </a:t>
            </a:r>
            <a:r>
              <a:rPr lang="en-US" altLang="zh-CN" sz="3500" dirty="0"/>
              <a:t>should</a:t>
            </a:r>
            <a:r>
              <a:rPr lang="zh-CN" altLang="en-US" sz="3500" dirty="0"/>
              <a:t> </a:t>
            </a:r>
            <a:r>
              <a:rPr lang="en-US" altLang="zh-CN" sz="3500" dirty="0"/>
              <a:t>adopt</a:t>
            </a:r>
            <a:r>
              <a:rPr lang="zh-CN" altLang="en-US" sz="3500" dirty="0"/>
              <a:t> </a:t>
            </a:r>
            <a:r>
              <a:rPr lang="en-US" altLang="zh-CN" sz="3500" dirty="0"/>
              <a:t>purpose-specific</a:t>
            </a:r>
            <a:r>
              <a:rPr lang="zh-CN" altLang="en-US" sz="3500" dirty="0"/>
              <a:t> </a:t>
            </a:r>
            <a:r>
              <a:rPr lang="en-US" altLang="zh-CN" sz="3500" dirty="0"/>
              <a:t>vocabulary</a:t>
            </a:r>
            <a:r>
              <a:rPr lang="zh-CN" altLang="en-US" sz="3500" dirty="0"/>
              <a:t> </a:t>
            </a:r>
            <a:r>
              <a:rPr lang="en-US" altLang="zh-CN" sz="3500" dirty="0"/>
              <a:t>learning</a:t>
            </a:r>
            <a:r>
              <a:rPr lang="zh-CN" altLang="en-US" sz="3500" dirty="0"/>
              <a:t> </a:t>
            </a:r>
            <a:r>
              <a:rPr lang="en-US" altLang="zh-CN" sz="3500" dirty="0"/>
              <a:t>strategy</a:t>
            </a:r>
            <a:r>
              <a:rPr lang="zh-CN" altLang="en-US" sz="3500" dirty="0"/>
              <a:t> </a:t>
            </a:r>
            <a:endParaRPr lang="en-US" altLang="zh-CN" sz="3500" dirty="0"/>
          </a:p>
        </p:txBody>
      </p:sp>
    </p:spTree>
    <p:extLst>
      <p:ext uri="{BB962C8B-B14F-4D97-AF65-F5344CB8AC3E}">
        <p14:creationId xmlns:p14="http://schemas.microsoft.com/office/powerpoint/2010/main" val="4225479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052E-C31E-6D45-A7BB-DFF1910E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Purpose-specific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Strategy</a:t>
            </a:r>
            <a:r>
              <a:rPr lang="zh-CN" altLang="en-US" dirty="0"/>
              <a:t>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A0FD-CAA9-FE4D-9973-37532262C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133849" cy="3318936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English-Chinese:</a:t>
            </a:r>
            <a:endParaRPr lang="en-US" sz="2800" dirty="0"/>
          </a:p>
          <a:p>
            <a:endParaRPr lang="en-US" altLang="zh-CN" sz="2800" b="1" dirty="0"/>
          </a:p>
          <a:p>
            <a:r>
              <a:rPr lang="en-US" altLang="zh-CN" sz="2800" b="1" dirty="0"/>
              <a:t>Chinese-English: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b="1" dirty="0"/>
              <a:t>Mixed:</a:t>
            </a:r>
            <a:endParaRPr lang="en-US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7CF82E-E81F-0A44-AA3C-5030B42A72B7}"/>
              </a:ext>
            </a:extLst>
          </p:cNvPr>
          <p:cNvSpPr txBox="1"/>
          <p:nvPr/>
        </p:nvSpPr>
        <p:spPr>
          <a:xfrm>
            <a:off x="4276726" y="2565021"/>
            <a:ext cx="46863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translator,</a:t>
            </a:r>
            <a:r>
              <a:rPr lang="zh-CN" altLang="en-US" sz="2600" dirty="0"/>
              <a:t> </a:t>
            </a:r>
            <a:r>
              <a:rPr lang="en-US" altLang="zh-CN" sz="2600" dirty="0"/>
              <a:t>studying</a:t>
            </a:r>
            <a:r>
              <a:rPr lang="zh-CN" altLang="en-US" sz="2600" dirty="0"/>
              <a:t> </a:t>
            </a:r>
            <a:r>
              <a:rPr lang="en-US" altLang="zh-CN" sz="2600" dirty="0"/>
              <a:t>GRE</a:t>
            </a:r>
          </a:p>
          <a:p>
            <a:endParaRPr lang="en-US" altLang="zh-CN" sz="2600" dirty="0"/>
          </a:p>
          <a:p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B7D58-70A5-1543-BBD8-5479171A51F9}"/>
              </a:ext>
            </a:extLst>
          </p:cNvPr>
          <p:cNvSpPr txBox="1"/>
          <p:nvPr/>
        </p:nvSpPr>
        <p:spPr>
          <a:xfrm>
            <a:off x="4276726" y="3723957"/>
            <a:ext cx="551021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retired</a:t>
            </a:r>
            <a:r>
              <a:rPr lang="zh-CN" altLang="en-US" sz="2600" dirty="0"/>
              <a:t> </a:t>
            </a:r>
            <a:r>
              <a:rPr lang="en-US" altLang="zh-CN" sz="2600" dirty="0"/>
              <a:t>immigrants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ACAEC-1E78-5B43-B903-74319357D45F}"/>
              </a:ext>
            </a:extLst>
          </p:cNvPr>
          <p:cNvSpPr txBox="1"/>
          <p:nvPr/>
        </p:nvSpPr>
        <p:spPr>
          <a:xfrm>
            <a:off x="2767013" y="4929060"/>
            <a:ext cx="442912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/>
              <a:t>International</a:t>
            </a:r>
            <a:r>
              <a:rPr lang="zh-CN" altLang="en-US" sz="2600" dirty="0"/>
              <a:t> </a:t>
            </a:r>
            <a:r>
              <a:rPr lang="en-US" altLang="zh-CN" sz="2600" dirty="0"/>
              <a:t>students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3141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9BD1-A7BC-4842-B8E6-6E438EE6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Present</a:t>
            </a:r>
            <a:r>
              <a:rPr lang="zh-CN" altLang="en-US" dirty="0"/>
              <a:t> </a:t>
            </a:r>
            <a:r>
              <a:rPr lang="en-US" altLang="zh-CN" dirty="0"/>
              <a:t>Research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7D946-534A-5C42-AADE-9E65BB979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Focus</a:t>
            </a:r>
            <a:r>
              <a:rPr lang="zh-CN" altLang="en-US" sz="2800" dirty="0"/>
              <a:t> </a:t>
            </a:r>
            <a:r>
              <a:rPr lang="en-US" altLang="zh-CN" sz="2800" dirty="0"/>
              <a:t>on</a:t>
            </a:r>
            <a:r>
              <a:rPr lang="zh-CN" altLang="en-US" sz="2800" dirty="0"/>
              <a:t> </a:t>
            </a:r>
            <a:r>
              <a:rPr lang="en-US" altLang="zh-CN" sz="2800" dirty="0"/>
              <a:t>transfer</a:t>
            </a:r>
            <a:r>
              <a:rPr lang="zh-CN" altLang="en-US" sz="2800" dirty="0"/>
              <a:t> </a:t>
            </a:r>
            <a:r>
              <a:rPr lang="en-US" altLang="zh-CN" sz="2800" dirty="0"/>
              <a:t>effect</a:t>
            </a:r>
            <a:r>
              <a:rPr lang="zh-CN" altLang="en-US" sz="2800" dirty="0"/>
              <a:t> </a:t>
            </a:r>
            <a:r>
              <a:rPr lang="en-US" altLang="zh-CN" sz="2800" dirty="0"/>
              <a:t>between</a:t>
            </a:r>
            <a:r>
              <a:rPr lang="zh-CN" altLang="en-US" sz="2800" dirty="0"/>
              <a:t> </a:t>
            </a:r>
            <a:r>
              <a:rPr lang="en-US" altLang="zh-CN" sz="2800" dirty="0"/>
              <a:t>Chinese</a:t>
            </a:r>
            <a:r>
              <a:rPr lang="zh-CN" altLang="en-US" sz="2800" dirty="0"/>
              <a:t> </a:t>
            </a:r>
            <a:r>
              <a:rPr lang="en-US" altLang="zh-CN" sz="2800" dirty="0"/>
              <a:t>&amp;</a:t>
            </a:r>
            <a:r>
              <a:rPr lang="zh-CN" altLang="en-US" sz="2800" dirty="0"/>
              <a:t> </a:t>
            </a:r>
            <a:r>
              <a:rPr lang="en-US" altLang="zh-CN" sz="2800" dirty="0"/>
              <a:t>English</a:t>
            </a:r>
            <a:r>
              <a:rPr lang="zh-CN" altLang="en-US" sz="2800" dirty="0"/>
              <a:t> </a:t>
            </a:r>
            <a:r>
              <a:rPr lang="en-US" altLang="zh-CN" sz="2800" dirty="0"/>
              <a:t>vocabulary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Recruit</a:t>
            </a:r>
            <a:r>
              <a:rPr lang="zh-CN" altLang="en-US" sz="2800" dirty="0"/>
              <a:t> </a:t>
            </a:r>
            <a:r>
              <a:rPr lang="en-US" altLang="zh-CN" sz="2800" dirty="0"/>
              <a:t>UCSD</a:t>
            </a:r>
            <a:r>
              <a:rPr lang="zh-CN" altLang="en-US" sz="2800" dirty="0"/>
              <a:t> </a:t>
            </a:r>
            <a:r>
              <a:rPr lang="en-US" altLang="zh-CN" sz="2800" dirty="0"/>
              <a:t>students</a:t>
            </a:r>
            <a:r>
              <a:rPr lang="zh-CN" altLang="en-US" sz="2800" dirty="0"/>
              <a:t> </a:t>
            </a:r>
            <a:r>
              <a:rPr lang="en-US" altLang="zh-CN" sz="2800" dirty="0"/>
              <a:t>who</a:t>
            </a:r>
            <a:r>
              <a:rPr lang="zh-CN" altLang="en-US" sz="2800" dirty="0"/>
              <a:t> </a:t>
            </a:r>
            <a:r>
              <a:rPr lang="en-US" altLang="zh-CN" sz="2800" dirty="0"/>
              <a:t>are</a:t>
            </a:r>
            <a:r>
              <a:rPr lang="zh-CN" altLang="en-US" sz="2800" dirty="0"/>
              <a:t> </a:t>
            </a:r>
            <a:r>
              <a:rPr lang="en-US" altLang="zh-CN" sz="2800" dirty="0"/>
              <a:t>proficient</a:t>
            </a:r>
            <a:r>
              <a:rPr lang="zh-CN" altLang="en-US" sz="2800" dirty="0"/>
              <a:t> </a:t>
            </a:r>
            <a:r>
              <a:rPr lang="en-US" altLang="zh-CN" sz="2800" dirty="0"/>
              <a:t>in</a:t>
            </a:r>
            <a:r>
              <a:rPr lang="zh-CN" altLang="en-US" sz="2800" dirty="0"/>
              <a:t> </a:t>
            </a:r>
            <a:r>
              <a:rPr lang="en-US" altLang="zh-CN" sz="2800" dirty="0"/>
              <a:t>both</a:t>
            </a:r>
            <a:r>
              <a:rPr lang="zh-CN" altLang="en-US" sz="2800" dirty="0"/>
              <a:t> </a:t>
            </a:r>
            <a:r>
              <a:rPr lang="en-US" altLang="zh-CN" sz="2800" dirty="0"/>
              <a:t>Chinese</a:t>
            </a:r>
            <a:r>
              <a:rPr lang="zh-CN" altLang="en-US" sz="2800" dirty="0"/>
              <a:t> </a:t>
            </a:r>
            <a:r>
              <a:rPr lang="en-US" altLang="zh-CN" sz="2800" dirty="0"/>
              <a:t>and</a:t>
            </a:r>
            <a:r>
              <a:rPr lang="zh-CN" altLang="en-US" sz="2800" dirty="0"/>
              <a:t> </a:t>
            </a:r>
            <a:r>
              <a:rPr lang="en-US" altLang="zh-CN" sz="2800" dirty="0"/>
              <a:t>English</a:t>
            </a:r>
            <a:r>
              <a:rPr lang="zh-CN" altLang="en-US" sz="2800" dirty="0"/>
              <a:t> 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30180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36E9-5951-AB41-8B36-01D11BEC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sz="4400" dirty="0"/>
              <a:t>Procedure</a:t>
            </a:r>
            <a:r>
              <a:rPr lang="zh-CN" altLang="en-US" sz="4400" dirty="0"/>
              <a:t> </a:t>
            </a:r>
            <a:endParaRPr lang="en-US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E30A519-51E9-0241-A228-140D756DD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1717837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0182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9CD69-60DF-264E-8B94-EAD75FDB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5" y="609600"/>
            <a:ext cx="4977780" cy="505865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zh-CN" sz="10000" dirty="0"/>
              <a:t>Vision</a:t>
            </a:r>
            <a:r>
              <a:rPr lang="zh-CN" altLang="en-US" sz="10000" dirty="0"/>
              <a:t> </a:t>
            </a:r>
            <a:endParaRPr lang="en-US" sz="10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6A4D644-71B5-B049-A1F5-A64BC4CBC7DD}"/>
              </a:ext>
            </a:extLst>
          </p:cNvPr>
          <p:cNvSpPr txBox="1">
            <a:spLocks/>
          </p:cNvSpPr>
          <p:nvPr/>
        </p:nvSpPr>
        <p:spPr>
          <a:xfrm>
            <a:off x="6585504" y="819150"/>
            <a:ext cx="4438719" cy="563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6000" dirty="0" err="1"/>
              <a:t>visión</a:t>
            </a:r>
            <a:endParaRPr lang="en-US" altLang="zh-TW" sz="6000" dirty="0"/>
          </a:p>
          <a:p>
            <a:pPr marL="0" indent="0" algn="ctr">
              <a:buFont typeface="Arial"/>
              <a:buNone/>
            </a:pPr>
            <a:r>
              <a:rPr lang="zh-TW" altLang="en-US" sz="6000" dirty="0"/>
              <a:t>视力</a:t>
            </a:r>
            <a:endParaRPr lang="en-US" altLang="zh-TW" sz="6000" dirty="0"/>
          </a:p>
          <a:p>
            <a:pPr marL="0" indent="0" algn="ctr">
              <a:buFont typeface="Arial"/>
              <a:buNone/>
            </a:pPr>
            <a:r>
              <a:rPr lang="ko-KR" altLang="en-US" sz="6000" dirty="0"/>
              <a:t>전망</a:t>
            </a:r>
            <a:br>
              <a:rPr lang="ja-JP" altLang="en-US" sz="6000"/>
            </a:br>
            <a:r>
              <a:rPr lang="ja-JP" altLang="en-US" sz="6000"/>
              <a:t>ビジョン</a:t>
            </a:r>
            <a:br>
              <a:rPr lang="ru" sz="6000" dirty="0"/>
            </a:br>
            <a:r>
              <a:rPr lang="ru" sz="6000" dirty="0"/>
              <a:t>видение</a:t>
            </a:r>
            <a:endParaRPr lang="en-US" altLang="zh-TW" sz="6000" dirty="0"/>
          </a:p>
          <a:p>
            <a:pPr marL="0" indent="0">
              <a:buFont typeface="Arial"/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06421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0722-9D5D-4F4A-90E7-55DF9CFF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Training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C7302A-CAB8-9C4B-B66B-7547E4171B27}"/>
              </a:ext>
            </a:extLst>
          </p:cNvPr>
          <p:cNvSpPr/>
          <p:nvPr/>
        </p:nvSpPr>
        <p:spPr>
          <a:xfrm>
            <a:off x="1483138" y="4893730"/>
            <a:ext cx="2504662" cy="130386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500" dirty="0">
                <a:solidFill>
                  <a:schemeClr val="tx1"/>
                </a:solidFill>
              </a:rPr>
              <a:t>English-Chinese</a:t>
            </a:r>
            <a:endParaRPr lang="en-US" sz="25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8FDB15-3BC8-454B-9D39-37BADADF3669}"/>
              </a:ext>
            </a:extLst>
          </p:cNvPr>
          <p:cNvSpPr/>
          <p:nvPr/>
        </p:nvSpPr>
        <p:spPr>
          <a:xfrm>
            <a:off x="4843669" y="4893731"/>
            <a:ext cx="2504662" cy="130386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500" dirty="0">
                <a:solidFill>
                  <a:schemeClr val="tx1"/>
                </a:solidFill>
              </a:rPr>
              <a:t>Chinese-English</a:t>
            </a:r>
            <a:endParaRPr lang="en-US" sz="25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B97B57-7EAA-A44A-9F05-4633C096EE3F}"/>
              </a:ext>
            </a:extLst>
          </p:cNvPr>
          <p:cNvSpPr/>
          <p:nvPr/>
        </p:nvSpPr>
        <p:spPr>
          <a:xfrm>
            <a:off x="8600661" y="4893730"/>
            <a:ext cx="2504662" cy="130386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500" dirty="0">
                <a:solidFill>
                  <a:schemeClr val="tx1"/>
                </a:solidFill>
              </a:rPr>
              <a:t>Restudy</a:t>
            </a:r>
            <a:endParaRPr lang="en-US" sz="25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A87FE0-5114-0648-8D3C-E564EFCD361F}"/>
              </a:ext>
            </a:extLst>
          </p:cNvPr>
          <p:cNvSpPr/>
          <p:nvPr/>
        </p:nvSpPr>
        <p:spPr>
          <a:xfrm>
            <a:off x="4843669" y="2540000"/>
            <a:ext cx="2504662" cy="120692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500" dirty="0">
                <a:solidFill>
                  <a:schemeClr val="tx1"/>
                </a:solidFill>
              </a:rPr>
              <a:t>45</a:t>
            </a:r>
            <a:r>
              <a:rPr lang="zh-CN" altLang="en-US" sz="2500" dirty="0">
                <a:solidFill>
                  <a:schemeClr val="tx1"/>
                </a:solidFill>
              </a:rPr>
              <a:t> </a:t>
            </a:r>
            <a:r>
              <a:rPr lang="en-US" altLang="zh-CN" sz="2500" dirty="0">
                <a:solidFill>
                  <a:schemeClr val="tx1"/>
                </a:solidFill>
              </a:rPr>
              <a:t>Pairs</a:t>
            </a:r>
            <a:endParaRPr lang="en-US" sz="25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4F97D9-A7FF-4540-9797-CB5DB7B0198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505200" y="3746927"/>
            <a:ext cx="2590800" cy="82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B37BD7-CC65-B24B-A9FD-AF43DD3F13CE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096000" y="3746927"/>
            <a:ext cx="0" cy="1007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C6CA37-D90B-F643-808C-1101035D4274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096000" y="3746927"/>
            <a:ext cx="2743200" cy="82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44D8746-C3D1-554C-8632-67F68AC56468}"/>
              </a:ext>
            </a:extLst>
          </p:cNvPr>
          <p:cNvSpPr txBox="1"/>
          <p:nvPr/>
        </p:nvSpPr>
        <p:spPr>
          <a:xfrm>
            <a:off x="3367477" y="3747932"/>
            <a:ext cx="295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Within-subject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866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C9A8-FCB8-6846-9533-97BAB9A4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74B56E-C7E6-F54D-B4DA-1D5A0CEBDBD7}"/>
              </a:ext>
            </a:extLst>
          </p:cNvPr>
          <p:cNvCxnSpPr>
            <a:cxnSpLocks/>
          </p:cNvCxnSpPr>
          <p:nvPr/>
        </p:nvCxnSpPr>
        <p:spPr>
          <a:xfrm flipH="1">
            <a:off x="7193440" y="3964383"/>
            <a:ext cx="1745844" cy="1097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8AF9A0-3796-0146-9F37-70573991B1A6}"/>
              </a:ext>
            </a:extLst>
          </p:cNvPr>
          <p:cNvCxnSpPr>
            <a:cxnSpLocks/>
          </p:cNvCxnSpPr>
          <p:nvPr/>
        </p:nvCxnSpPr>
        <p:spPr>
          <a:xfrm>
            <a:off x="3349799" y="3899261"/>
            <a:ext cx="1863646" cy="1162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15023B-7322-364A-BE15-3DA855C18181}"/>
              </a:ext>
            </a:extLst>
          </p:cNvPr>
          <p:cNvCxnSpPr>
            <a:cxnSpLocks/>
          </p:cNvCxnSpPr>
          <p:nvPr/>
        </p:nvCxnSpPr>
        <p:spPr>
          <a:xfrm>
            <a:off x="6181237" y="3899261"/>
            <a:ext cx="0" cy="1192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F84388B-706C-4D43-837B-85F3E3A6DB8F}"/>
              </a:ext>
            </a:extLst>
          </p:cNvPr>
          <p:cNvSpPr/>
          <p:nvPr/>
        </p:nvSpPr>
        <p:spPr>
          <a:xfrm>
            <a:off x="4909769" y="5246418"/>
            <a:ext cx="2542937" cy="9753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English-Chinese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0757A-C135-374E-9A33-411917FD02F5}"/>
              </a:ext>
            </a:extLst>
          </p:cNvPr>
          <p:cNvSpPr txBox="1"/>
          <p:nvPr/>
        </p:nvSpPr>
        <p:spPr>
          <a:xfrm>
            <a:off x="2681621" y="4537739"/>
            <a:ext cx="1911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Testing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AC4BA2-B259-9546-AB03-20812C94849B}"/>
              </a:ext>
            </a:extLst>
          </p:cNvPr>
          <p:cNvSpPr/>
          <p:nvPr/>
        </p:nvSpPr>
        <p:spPr>
          <a:xfrm>
            <a:off x="2317206" y="2697570"/>
            <a:ext cx="2065187" cy="109561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English-Chinese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3E6D53-4452-6243-9175-A3BA5B3D2192}"/>
              </a:ext>
            </a:extLst>
          </p:cNvPr>
          <p:cNvSpPr/>
          <p:nvPr/>
        </p:nvSpPr>
        <p:spPr>
          <a:xfrm>
            <a:off x="8147713" y="2713184"/>
            <a:ext cx="2065187" cy="109823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Chinese-English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F70A09-7B54-E447-9E58-D3E3A37ED5B2}"/>
              </a:ext>
            </a:extLst>
          </p:cNvPr>
          <p:cNvSpPr/>
          <p:nvPr/>
        </p:nvSpPr>
        <p:spPr>
          <a:xfrm>
            <a:off x="5336666" y="2713185"/>
            <a:ext cx="1856774" cy="109823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Restudy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CF593-7053-6F4D-8ED8-F6288FD7F9B9}"/>
              </a:ext>
            </a:extLst>
          </p:cNvPr>
          <p:cNvSpPr txBox="1"/>
          <p:nvPr/>
        </p:nvSpPr>
        <p:spPr>
          <a:xfrm>
            <a:off x="8301603" y="4537739"/>
            <a:ext cx="1911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Transfer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7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1B0E35-F788-4608-ABBE-0D971AA5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31B8EA-FCCA-47DD-A0C4-A653EC4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2" y="469900"/>
            <a:ext cx="11239500" cy="5918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781EDE-83AA-44D6-8054-A4E2D6F28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BA1F94-82C4-A64C-A20C-EB783DC0B38C}"/>
              </a:ext>
            </a:extLst>
          </p:cNvPr>
          <p:cNvCxnSpPr>
            <a:cxnSpLocks/>
          </p:cNvCxnSpPr>
          <p:nvPr/>
        </p:nvCxnSpPr>
        <p:spPr>
          <a:xfrm>
            <a:off x="3969494" y="4008887"/>
            <a:ext cx="999479" cy="745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29288B-FB1E-A042-B30B-0162973B359D}"/>
              </a:ext>
            </a:extLst>
          </p:cNvPr>
          <p:cNvCxnSpPr>
            <a:cxnSpLocks/>
          </p:cNvCxnSpPr>
          <p:nvPr/>
        </p:nvCxnSpPr>
        <p:spPr>
          <a:xfrm flipH="1">
            <a:off x="1611370" y="4014913"/>
            <a:ext cx="1015266" cy="748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483301-C527-FC4E-A838-FB0827366159}"/>
              </a:ext>
            </a:extLst>
          </p:cNvPr>
          <p:cNvCxnSpPr>
            <a:cxnSpLocks/>
          </p:cNvCxnSpPr>
          <p:nvPr/>
        </p:nvCxnSpPr>
        <p:spPr>
          <a:xfrm>
            <a:off x="3242999" y="4014913"/>
            <a:ext cx="0" cy="782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E416697-2119-2941-A6BF-DFBF5D112321}"/>
              </a:ext>
            </a:extLst>
          </p:cNvPr>
          <p:cNvSpPr/>
          <p:nvPr/>
        </p:nvSpPr>
        <p:spPr>
          <a:xfrm>
            <a:off x="2119335" y="3211903"/>
            <a:ext cx="2233165" cy="69989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English-Chinese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Final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Test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4B9306-7017-5843-AA2F-889D24CF1D51}"/>
              </a:ext>
            </a:extLst>
          </p:cNvPr>
          <p:cNvSpPr/>
          <p:nvPr/>
        </p:nvSpPr>
        <p:spPr>
          <a:xfrm>
            <a:off x="784037" y="4937401"/>
            <a:ext cx="1238297" cy="6819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English-Chinese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9179DC-4420-CB43-8EB6-423FCA1DBACE}"/>
              </a:ext>
            </a:extLst>
          </p:cNvPr>
          <p:cNvSpPr/>
          <p:nvPr/>
        </p:nvSpPr>
        <p:spPr>
          <a:xfrm>
            <a:off x="4469234" y="4916276"/>
            <a:ext cx="1238296" cy="69989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Chinese-English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F11759-12CF-5240-869B-DBACE5FCF63B}"/>
              </a:ext>
            </a:extLst>
          </p:cNvPr>
          <p:cNvSpPr/>
          <p:nvPr/>
        </p:nvSpPr>
        <p:spPr>
          <a:xfrm>
            <a:off x="2626636" y="4903279"/>
            <a:ext cx="1232727" cy="69989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Restudy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39AD6F-E565-6E4F-9A2C-0B02EFEE30B2}"/>
              </a:ext>
            </a:extLst>
          </p:cNvPr>
          <p:cNvSpPr/>
          <p:nvPr/>
        </p:nvSpPr>
        <p:spPr>
          <a:xfrm>
            <a:off x="4885118" y="967928"/>
            <a:ext cx="2065187" cy="88515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Participants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5E94586-F295-2246-A430-381BEEBE67C1}"/>
              </a:ext>
            </a:extLst>
          </p:cNvPr>
          <p:cNvCxnSpPr>
            <a:cxnSpLocks/>
          </p:cNvCxnSpPr>
          <p:nvPr/>
        </p:nvCxnSpPr>
        <p:spPr>
          <a:xfrm>
            <a:off x="9583714" y="3992696"/>
            <a:ext cx="999479" cy="745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137C193-0ADA-7341-8B33-D8AE7CE3408A}"/>
              </a:ext>
            </a:extLst>
          </p:cNvPr>
          <p:cNvCxnSpPr>
            <a:cxnSpLocks/>
          </p:cNvCxnSpPr>
          <p:nvPr/>
        </p:nvCxnSpPr>
        <p:spPr>
          <a:xfrm flipH="1">
            <a:off x="7225590" y="3998722"/>
            <a:ext cx="1015266" cy="748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EEAAFC3-9E54-4043-96CF-E31EB3276D71}"/>
              </a:ext>
            </a:extLst>
          </p:cNvPr>
          <p:cNvCxnSpPr>
            <a:cxnSpLocks/>
          </p:cNvCxnSpPr>
          <p:nvPr/>
        </p:nvCxnSpPr>
        <p:spPr>
          <a:xfrm>
            <a:off x="8857219" y="3998722"/>
            <a:ext cx="0" cy="782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3E32F6E-F44F-F84E-948F-07BAA28A5A85}"/>
              </a:ext>
            </a:extLst>
          </p:cNvPr>
          <p:cNvSpPr/>
          <p:nvPr/>
        </p:nvSpPr>
        <p:spPr>
          <a:xfrm>
            <a:off x="7733555" y="3195712"/>
            <a:ext cx="2233165" cy="69989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Chinese-English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Final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Test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B0D7BC-D6C5-CC40-9F80-01FFDB539998}"/>
              </a:ext>
            </a:extLst>
          </p:cNvPr>
          <p:cNvSpPr/>
          <p:nvPr/>
        </p:nvSpPr>
        <p:spPr>
          <a:xfrm>
            <a:off x="6398257" y="4921210"/>
            <a:ext cx="1238297" cy="6819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English-Chinese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5714ACD-03EC-F342-93B1-B8C5584F6B96}"/>
              </a:ext>
            </a:extLst>
          </p:cNvPr>
          <p:cNvSpPr/>
          <p:nvPr/>
        </p:nvSpPr>
        <p:spPr>
          <a:xfrm>
            <a:off x="10083454" y="4900085"/>
            <a:ext cx="1238296" cy="69989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Chinese-English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2370A35-C7EC-494E-9400-01ED208195D5}"/>
              </a:ext>
            </a:extLst>
          </p:cNvPr>
          <p:cNvSpPr/>
          <p:nvPr/>
        </p:nvSpPr>
        <p:spPr>
          <a:xfrm>
            <a:off x="8240856" y="4887088"/>
            <a:ext cx="1232727" cy="69989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Restudy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A1B9B66-70C0-B341-A672-1A9959BB5295}"/>
              </a:ext>
            </a:extLst>
          </p:cNvPr>
          <p:cNvCxnSpPr>
            <a:cxnSpLocks/>
          </p:cNvCxnSpPr>
          <p:nvPr/>
        </p:nvCxnSpPr>
        <p:spPr>
          <a:xfrm flipH="1">
            <a:off x="3859363" y="2048245"/>
            <a:ext cx="1468603" cy="995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40916FA-FA67-564E-81FD-953042D45CA4}"/>
              </a:ext>
            </a:extLst>
          </p:cNvPr>
          <p:cNvCxnSpPr>
            <a:cxnSpLocks/>
          </p:cNvCxnSpPr>
          <p:nvPr/>
        </p:nvCxnSpPr>
        <p:spPr>
          <a:xfrm>
            <a:off x="6491288" y="2048245"/>
            <a:ext cx="1468603" cy="995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80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31">
            <a:extLst>
              <a:ext uri="{FF2B5EF4-FFF2-40B4-BE49-F238E27FC236}">
                <a16:creationId xmlns:a16="http://schemas.microsoft.com/office/drawing/2014/main" id="{640BAB49-521A-4847-8CD2-806C48DFA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43" name="Straight Connector 133">
            <a:extLst>
              <a:ext uri="{FF2B5EF4-FFF2-40B4-BE49-F238E27FC236}">
                <a16:creationId xmlns:a16="http://schemas.microsoft.com/office/drawing/2014/main" id="{B98F1179-1183-4919-9064-D6B260218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4" name="Picture 135">
            <a:extLst>
              <a:ext uri="{FF2B5EF4-FFF2-40B4-BE49-F238E27FC236}">
                <a16:creationId xmlns:a16="http://schemas.microsoft.com/office/drawing/2014/main" id="{6441B39E-9CEC-491F-9A5D-487DED644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51E4A3-EFCE-1548-81FB-56E53345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1"/>
            <a:ext cx="307900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5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Hypothesis </a:t>
            </a:r>
            <a:endParaRPr lang="en-US" sz="5000" kern="1200" cap="none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45" name="Rectangle 137">
            <a:extLst>
              <a:ext uri="{FF2B5EF4-FFF2-40B4-BE49-F238E27FC236}">
                <a16:creationId xmlns:a16="http://schemas.microsoft.com/office/drawing/2014/main" id="{15572A79-1801-44EB-BDC2-BAEE6B473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2AAAD8-886B-3D47-8988-DC16C19104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2683" y="1915268"/>
            <a:ext cx="5784083" cy="2848659"/>
          </a:xfrm>
          <a:prstGeom prst="rect">
            <a:avLst/>
          </a:prstGeom>
        </p:spPr>
      </p:pic>
      <p:cxnSp>
        <p:nvCxnSpPr>
          <p:cNvPr id="146" name="Straight Connector 139">
            <a:extLst>
              <a:ext uri="{FF2B5EF4-FFF2-40B4-BE49-F238E27FC236}">
                <a16:creationId xmlns:a16="http://schemas.microsoft.com/office/drawing/2014/main" id="{7FD37111-10AC-4926-81AC-9AD3968F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109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DB603-E384-4C46-869F-1CFB2514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Future</a:t>
            </a:r>
            <a:r>
              <a:rPr lang="zh-CN" altLang="en-US" dirty="0"/>
              <a:t> </a:t>
            </a:r>
            <a:r>
              <a:rPr lang="en-US" altLang="zh-CN" dirty="0"/>
              <a:t>Direction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46C78-104A-6545-B9EE-4F66B28BF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optimal</a:t>
            </a:r>
            <a:r>
              <a:rPr lang="zh-CN" altLang="en-US" dirty="0"/>
              <a:t> </a:t>
            </a:r>
            <a:r>
              <a:rPr lang="en-US" altLang="zh-CN" dirty="0"/>
              <a:t>mixture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both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 </a:t>
            </a:r>
            <a:r>
              <a:rPr lang="en-US" altLang="zh-CN" dirty="0"/>
              <a:t>strategy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zh-CN" dirty="0"/>
              <a:t>groups</a:t>
            </a:r>
            <a:r>
              <a:rPr lang="zh-CN" altLang="en-US" dirty="0"/>
              <a:t> </a:t>
            </a:r>
            <a:r>
              <a:rPr lang="en-US" altLang="zh-CN" dirty="0"/>
              <a:t>(e.g.</a:t>
            </a:r>
            <a:r>
              <a:rPr lang="zh-CN" altLang="en-US" dirty="0"/>
              <a:t> </a:t>
            </a:r>
            <a:r>
              <a:rPr lang="en-US" altLang="zh-CN" dirty="0"/>
              <a:t>international</a:t>
            </a:r>
            <a:r>
              <a:rPr lang="zh-CN" altLang="en-US" dirty="0"/>
              <a:t> </a:t>
            </a:r>
            <a:r>
              <a:rPr lang="en-US" altLang="zh-CN" dirty="0"/>
              <a:t>student)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Replicate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Replicate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pronunciation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picture-translation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972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>
            <a:extLst>
              <a:ext uri="{FF2B5EF4-FFF2-40B4-BE49-F238E27FC236}">
                <a16:creationId xmlns:a16="http://schemas.microsoft.com/office/drawing/2014/main" id="{639CD864-9B80-4217-918A-A08DD4281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9" name="Straight Connector 8">
            <a:extLst>
              <a:ext uri="{FF2B5EF4-FFF2-40B4-BE49-F238E27FC236}">
                <a16:creationId xmlns:a16="http://schemas.microsoft.com/office/drawing/2014/main" id="{1C376FBE-D09E-4799-BCF8-13452CEC1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946E2E74-06CA-4173-B7B0-204D27B1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6970E1C9-C9F9-481F-894F-6978A15CF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5201" y="965200"/>
            <a:ext cx="10286108" cy="492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A995FB36-9688-49FD-8F26-AD6071762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347" y="1129284"/>
            <a:ext cx="9957816" cy="45994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AAEB0-1FD7-F741-9D25-C4A307CD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43" y="1588168"/>
            <a:ext cx="9149156" cy="26447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800" b="1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Question?</a:t>
            </a:r>
            <a:r>
              <a:rPr lang="zh-CN" altLang="en-US" sz="4800" b="1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 </a:t>
            </a:r>
            <a:br>
              <a:rPr lang="en-US" altLang="zh-CN" sz="4800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altLang="zh-CN" sz="4800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altLang="zh-CN" sz="4800" b="1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Advice?</a:t>
            </a:r>
            <a:r>
              <a:rPr lang="zh-CN" altLang="en-US" sz="4800" b="1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 </a:t>
            </a:r>
            <a:endParaRPr lang="en-US" sz="4800" b="1" kern="1200" cap="none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8DFF79-735F-44E8-8B9C-D1F28BED7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600" y="4663440"/>
            <a:ext cx="1828800" cy="0"/>
          </a:xfrm>
          <a:prstGeom prst="line">
            <a:avLst/>
          </a:prstGeom>
          <a:ln w="15875">
            <a:solidFill>
              <a:schemeClr val="accent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936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1447</Words>
  <Application>Microsoft Macintosh PowerPoint</Application>
  <PresentationFormat>Widescreen</PresentationFormat>
  <Paragraphs>196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Garamond</vt:lpstr>
      <vt:lpstr>Organic</vt:lpstr>
      <vt:lpstr>Should we use purpose-specific vocabulary learning strategy? </vt:lpstr>
      <vt:lpstr>Learning a New Language</vt:lpstr>
      <vt:lpstr>PowerPoint Presentation</vt:lpstr>
      <vt:lpstr>PowerPoint Presentation</vt:lpstr>
      <vt:lpstr>Testing Effect </vt:lpstr>
      <vt:lpstr>Procedure of Testing Effect Experiments</vt:lpstr>
      <vt:lpstr>PowerPoint Presentation</vt:lpstr>
      <vt:lpstr>Procedure of Testing Effect Experiments</vt:lpstr>
      <vt:lpstr>PowerPoint Presentation</vt:lpstr>
      <vt:lpstr>PowerPoint Presentation</vt:lpstr>
      <vt:lpstr>Procedure of Testing Effect Experiments</vt:lpstr>
      <vt:lpstr>PowerPoint Presentation</vt:lpstr>
      <vt:lpstr>Result</vt:lpstr>
      <vt:lpstr>Research question</vt:lpstr>
      <vt:lpstr>PowerPoint Presentation</vt:lpstr>
      <vt:lpstr>PowerPoint Presentation</vt:lpstr>
      <vt:lpstr>Practical Implication </vt:lpstr>
      <vt:lpstr>Purpose-specific Learning Strategy  </vt:lpstr>
      <vt:lpstr>Present Research </vt:lpstr>
      <vt:lpstr>Procedure </vt:lpstr>
      <vt:lpstr>PowerPoint Presentation</vt:lpstr>
      <vt:lpstr>Training</vt:lpstr>
      <vt:lpstr>Final Test</vt:lpstr>
      <vt:lpstr>PowerPoint Presentation</vt:lpstr>
      <vt:lpstr>Hypothesis </vt:lpstr>
      <vt:lpstr>Future Direction</vt:lpstr>
      <vt:lpstr>Question?   Advice?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we use purpose-specific vocabulary learning strategy? </dc:title>
  <dc:creator>Jason Moy</dc:creator>
  <cp:lastModifiedBy>Jason Moy</cp:lastModifiedBy>
  <cp:revision>14</cp:revision>
  <dcterms:created xsi:type="dcterms:W3CDTF">2019-10-25T01:23:40Z</dcterms:created>
  <dcterms:modified xsi:type="dcterms:W3CDTF">2019-10-29T07:09:31Z</dcterms:modified>
</cp:coreProperties>
</file>