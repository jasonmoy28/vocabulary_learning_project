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6" r:id="rId4"/>
    <p:sldId id="263" r:id="rId5"/>
    <p:sldId id="262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/>
    <p:restoredTop sz="78595"/>
  </p:normalViewPr>
  <p:slideViewPr>
    <p:cSldViewPr snapToGrid="0" snapToObjects="1">
      <p:cViewPr varScale="1">
        <p:scale>
          <a:sx n="81" d="100"/>
          <a:sy n="81" d="100"/>
        </p:scale>
        <p:origin x="1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9D44C-20A7-244B-8B45-31A127E04976}" type="datetimeFigureOut">
              <a:rPr lang="en-US" smtClean="0"/>
              <a:t>12/2/19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CB164-A4F5-A44C-A5DB-40511DFED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3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CB164-A4F5-A44C-A5DB-40511DFED1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6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CB164-A4F5-A44C-A5DB-40511DFED1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8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9CB164-A4F5-A44C-A5DB-40511DFED1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16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856C-BEAB-7744-A036-B2D50592A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32570-98D4-E145-9E76-B72FD9ABE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EF9E5-AA37-964C-8DCC-15EC1B0C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D92D5-3989-014F-A539-92F29DD3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D19A2-CEA8-2648-8DC7-5AEE2247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A18A-8B4D-EF47-B319-85368E38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9821C-DEF2-E940-9E2C-9998137A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4668F-6047-6F40-A596-5048AEA5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729E-15ED-2649-A742-EC375EC6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FA501-2AB0-784D-848E-533786B6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0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4231-20B5-D346-88AB-DF5CC80CA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F570B-7928-8D47-9B65-2C3A12EE5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BD508-7B94-A14C-BD64-254FF6B4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73A2C-C9AE-6647-B7CE-4A4ABC2A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00C81-CBD0-5647-B66E-C2D8439E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4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8599-C7A3-D140-95E0-4728C394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15450-B8ED-2448-B163-BF749692F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3D329-8BFB-E643-A1FE-283474ECD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A30A3-B80D-A14F-A97C-A3FC4C9A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B296-ED51-4E46-9FA9-8267219C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2DF79-DF66-1C4E-9B3E-A2AA13C6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55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A333-8A21-1E42-9B4F-2DED47AB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FC98C-670B-AD40-BA38-A212FFD26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C8520-2A62-DC42-8E6F-463D15763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EE1094-1668-F942-A398-7697432EE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DE4111-14D5-0546-B897-5726A6198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80D99A-3CFB-6741-9611-D703520B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E756B4-F468-5A4E-96F8-1586B29B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DEC6AA-CF1E-D74C-9DB0-EDD80345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1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55D7-B9F7-904F-BD54-9190C05F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7D796-8874-1349-9D31-29111637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CD845-CD00-3742-96CC-277F867A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0FBCF-88C9-154F-BB48-B4B31D2E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6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CD9EA-9418-8048-AF19-79F135B0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183E7-B132-874D-924F-7C60F23B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CD972-1930-2546-9260-85DD405E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9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6E3B-B7E0-DE49-995A-CFDB64E31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89915-3044-BF4E-9C69-E62057788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BF162-EC69-BF4F-A945-72A6C24CC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F76E0-C8B6-1543-9F2E-11B843B5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2D847-7627-C54F-9742-C0D38D8A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6087C-B488-CD4C-9BEA-E61D2796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6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FF048-2980-5448-B7B2-C3F93901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CB286C-BA11-2348-84D7-794DCDB95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5BBB5-502B-424F-8A74-AC6DF0454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2BB6A-F2A0-C947-84A9-A2E91411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F2842-A05E-0E48-8E96-6AE45751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98E54-4E37-C140-B0D0-B1A061AB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3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3806-614E-B44F-8F2D-8B629ADFE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5C750-93B8-6247-8EC8-B494DCBBA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FA300-12AC-9D41-9CDF-F8EDFA57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95B18-55F9-BF41-8B85-B770091A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7F987-8A33-794D-B4C6-7AB991854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39973-9746-6D46-8FF9-60767F3EA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878F0-1660-EE4F-94AD-CCD0F3E42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42BBC-D91D-7948-99B9-F1D6652E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670D-CED3-6543-9547-B6A7E8F3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68A6E-4861-7D4F-BE77-5DCF0DEC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85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C39215-7F99-BA45-ADB1-71C64B0A0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69D29-DEE9-8444-9317-2C79B50A0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45E8-0B55-354C-AAED-60EB69CEC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97D0F2-B725-B748-8A31-47C51D63F3A1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B8855-55B6-E744-A4A8-83D9CAA57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F8B86-5741-1D41-BBA7-7CC04CCEC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2B121-1BF8-A749-95BC-3E918D894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727D-4EC2-1F48-8F6A-AF657CBF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Initial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03B9-FC19-B34E-A112-1AC9E9E91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0118" y="3281856"/>
            <a:ext cx="3246690" cy="1831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000" dirty="0"/>
              <a:t>Vision</a:t>
            </a: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11E88B-68E6-8B49-A702-F5241555233C}"/>
              </a:ext>
            </a:extLst>
          </p:cNvPr>
          <p:cNvSpPr txBox="1">
            <a:spLocks/>
          </p:cNvSpPr>
          <p:nvPr/>
        </p:nvSpPr>
        <p:spPr>
          <a:xfrm>
            <a:off x="7790916" y="3281856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7000" dirty="0"/>
              <a:t>视力</a:t>
            </a:r>
            <a:endParaRPr lang="en-US" sz="35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1E9CA8-71FC-A74B-9EE2-89053C577CCA}"/>
              </a:ext>
            </a:extLst>
          </p:cNvPr>
          <p:cNvSpPr txBox="1">
            <a:spLocks/>
          </p:cNvSpPr>
          <p:nvPr/>
        </p:nvSpPr>
        <p:spPr>
          <a:xfrm>
            <a:off x="4314914" y="1597026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1FEA7-8267-8E4E-8028-DB32B8D5FBB7}"/>
              </a:ext>
            </a:extLst>
          </p:cNvPr>
          <p:cNvSpPr txBox="1"/>
          <p:nvPr/>
        </p:nvSpPr>
        <p:spPr>
          <a:xfrm>
            <a:off x="2999574" y="5700044"/>
            <a:ext cx="6572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English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r>
              <a:rPr lang="zh-CN" altLang="en-US" dirty="0"/>
              <a:t> </a:t>
            </a:r>
            <a:r>
              <a:rPr lang="en-US" altLang="zh-CN" dirty="0"/>
              <a:t>based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picture</a:t>
            </a:r>
          </a:p>
          <a:p>
            <a:endParaRPr lang="en-US" altLang="zh-CN" b="1" dirty="0"/>
          </a:p>
          <a:p>
            <a:r>
              <a:rPr lang="en-US" altLang="zh-CN" b="1" dirty="0"/>
              <a:t>Press</a:t>
            </a:r>
            <a:r>
              <a:rPr lang="zh-CN" altLang="en-US" b="1" dirty="0"/>
              <a:t> </a:t>
            </a:r>
            <a:r>
              <a:rPr lang="en-US" altLang="zh-CN" b="1" dirty="0"/>
              <a:t>K</a:t>
            </a:r>
            <a:r>
              <a:rPr lang="zh-CN" altLang="en-US" b="1" dirty="0"/>
              <a:t> </a:t>
            </a:r>
            <a:r>
              <a:rPr lang="en-US" altLang="zh-CN" b="1" dirty="0"/>
              <a:t>if</a:t>
            </a:r>
            <a:r>
              <a:rPr lang="zh-CN" altLang="en-US" b="1" dirty="0"/>
              <a:t> </a:t>
            </a:r>
            <a:r>
              <a:rPr lang="en-US" altLang="zh-CN" b="1" dirty="0"/>
              <a:t>you</a:t>
            </a:r>
            <a:r>
              <a:rPr lang="zh-CN" altLang="en-US" b="1" dirty="0"/>
              <a:t> </a:t>
            </a:r>
            <a:r>
              <a:rPr lang="en-US" altLang="zh-CN" b="1" dirty="0"/>
              <a:t>know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English</a:t>
            </a:r>
            <a:r>
              <a:rPr lang="zh-CN" altLang="en-US" b="1" dirty="0"/>
              <a:t> </a:t>
            </a:r>
            <a:r>
              <a:rPr lang="en-US" altLang="zh-CN" b="1" dirty="0"/>
              <a:t>term</a:t>
            </a:r>
            <a:r>
              <a:rPr lang="zh-CN" altLang="en-US" b="1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8444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22D-3759-904A-8D7A-6359E2D9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Training:</a:t>
            </a:r>
            <a:r>
              <a:rPr lang="zh-CN" altLang="en-US" dirty="0"/>
              <a:t> </a:t>
            </a:r>
            <a:r>
              <a:rPr lang="en-US" altLang="zh-CN" dirty="0"/>
              <a:t>Word-Translation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6CEF8F-2F1B-C747-A139-8F976ED9F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707" y="3382170"/>
            <a:ext cx="3652161" cy="1831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000" dirty="0"/>
              <a:t>Macerate</a:t>
            </a: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AF3D81-314D-B14D-AFA0-3968AF5618A9}"/>
              </a:ext>
            </a:extLst>
          </p:cNvPr>
          <p:cNvSpPr txBox="1">
            <a:spLocks/>
          </p:cNvSpPr>
          <p:nvPr/>
        </p:nvSpPr>
        <p:spPr>
          <a:xfrm>
            <a:off x="7505210" y="3256046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7000" u="sng" dirty="0"/>
              <a:t>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39260-BAF1-9148-B7A1-0CE7F49224C1}"/>
              </a:ext>
            </a:extLst>
          </p:cNvPr>
          <p:cNvSpPr txBox="1"/>
          <p:nvPr/>
        </p:nvSpPr>
        <p:spPr>
          <a:xfrm>
            <a:off x="2062200" y="5430558"/>
            <a:ext cx="80675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dirty="0"/>
              <a:t>Please</a:t>
            </a:r>
            <a:r>
              <a:rPr lang="zh-CN" altLang="en-US" sz="3500" dirty="0"/>
              <a:t> </a:t>
            </a:r>
            <a:r>
              <a:rPr lang="en-US" altLang="zh-CN" sz="3500" dirty="0"/>
              <a:t>type</a:t>
            </a:r>
            <a:r>
              <a:rPr lang="zh-CN" altLang="en-US" sz="3500" dirty="0"/>
              <a:t> </a:t>
            </a:r>
            <a:r>
              <a:rPr lang="en-US" altLang="zh-CN" sz="3500" dirty="0"/>
              <a:t>the</a:t>
            </a:r>
            <a:r>
              <a:rPr lang="zh-CN" altLang="en-US" sz="3500" dirty="0"/>
              <a:t> </a:t>
            </a:r>
            <a:r>
              <a:rPr lang="en-US" altLang="zh-CN" sz="3500" dirty="0"/>
              <a:t>corresponding</a:t>
            </a:r>
            <a:r>
              <a:rPr lang="zh-CN" altLang="en-US" sz="3500" dirty="0"/>
              <a:t> </a:t>
            </a:r>
            <a:r>
              <a:rPr lang="en-US" altLang="zh-CN" sz="3500" dirty="0"/>
              <a:t>translation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09665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22D-3759-904A-8D7A-6359E2D9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Training:</a:t>
            </a:r>
            <a:r>
              <a:rPr lang="zh-CN" altLang="en-US" dirty="0"/>
              <a:t> </a:t>
            </a:r>
            <a:r>
              <a:rPr lang="en-US" altLang="zh-CN" dirty="0"/>
              <a:t>Word-Translation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6CEF8F-2F1B-C747-A139-8F976ED9F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2707" y="3382170"/>
            <a:ext cx="3652161" cy="1831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7000" dirty="0"/>
              <a:t>浸泡</a:t>
            </a: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AF3D81-314D-B14D-AFA0-3968AF5618A9}"/>
              </a:ext>
            </a:extLst>
          </p:cNvPr>
          <p:cNvSpPr txBox="1">
            <a:spLocks/>
          </p:cNvSpPr>
          <p:nvPr/>
        </p:nvSpPr>
        <p:spPr>
          <a:xfrm>
            <a:off x="7489445" y="3382170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7000" u="sng" dirty="0"/>
              <a:t>	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39260-BAF1-9148-B7A1-0CE7F49224C1}"/>
              </a:ext>
            </a:extLst>
          </p:cNvPr>
          <p:cNvSpPr txBox="1"/>
          <p:nvPr/>
        </p:nvSpPr>
        <p:spPr>
          <a:xfrm>
            <a:off x="2062200" y="5430558"/>
            <a:ext cx="80675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500" dirty="0"/>
              <a:t>Please</a:t>
            </a:r>
            <a:r>
              <a:rPr lang="zh-CN" altLang="en-US" sz="3500" dirty="0"/>
              <a:t> </a:t>
            </a:r>
            <a:r>
              <a:rPr lang="en-US" altLang="zh-CN" sz="3500" dirty="0"/>
              <a:t>type</a:t>
            </a:r>
            <a:r>
              <a:rPr lang="zh-CN" altLang="en-US" sz="3500" dirty="0"/>
              <a:t> </a:t>
            </a:r>
            <a:r>
              <a:rPr lang="en-US" altLang="zh-CN" sz="3500" dirty="0"/>
              <a:t>the</a:t>
            </a:r>
            <a:r>
              <a:rPr lang="zh-CN" altLang="en-US" sz="3500" dirty="0"/>
              <a:t> </a:t>
            </a:r>
            <a:r>
              <a:rPr lang="en-US" altLang="zh-CN" sz="3500" dirty="0"/>
              <a:t>corresponding</a:t>
            </a:r>
            <a:r>
              <a:rPr lang="zh-CN" altLang="en-US" sz="3500" dirty="0"/>
              <a:t> </a:t>
            </a:r>
            <a:r>
              <a:rPr lang="en-US" altLang="zh-CN" sz="3500" dirty="0"/>
              <a:t>English</a:t>
            </a:r>
            <a:r>
              <a:rPr lang="zh-CN" altLang="en-US" sz="3500" dirty="0"/>
              <a:t> </a:t>
            </a:r>
            <a:r>
              <a:rPr lang="en-US" altLang="zh-CN" sz="3500" dirty="0"/>
              <a:t>term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423169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727D-4EC2-1F48-8F6A-AF657CBF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Training:</a:t>
            </a:r>
            <a:r>
              <a:rPr lang="zh-CN" altLang="en-US" dirty="0"/>
              <a:t> </a:t>
            </a:r>
            <a:r>
              <a:rPr lang="en-US" altLang="zh-CN" dirty="0"/>
              <a:t>Picture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translation-word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1E9CA8-71FC-A74B-9EE2-89053C577CCA}"/>
              </a:ext>
            </a:extLst>
          </p:cNvPr>
          <p:cNvSpPr txBox="1">
            <a:spLocks/>
          </p:cNvSpPr>
          <p:nvPr/>
        </p:nvSpPr>
        <p:spPr>
          <a:xfrm>
            <a:off x="4314914" y="1597026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1FEA7-8267-8E4E-8028-DB32B8D5FBB7}"/>
              </a:ext>
            </a:extLst>
          </p:cNvPr>
          <p:cNvSpPr txBox="1"/>
          <p:nvPr/>
        </p:nvSpPr>
        <p:spPr>
          <a:xfrm>
            <a:off x="4925102" y="5773489"/>
            <a:ext cx="7203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/>
              <a:t>Please</a:t>
            </a:r>
            <a:r>
              <a:rPr lang="zh-CN" altLang="en-US" sz="3000" dirty="0"/>
              <a:t> </a:t>
            </a:r>
            <a:r>
              <a:rPr lang="en-US" altLang="zh-CN" sz="3000" dirty="0"/>
              <a:t>type</a:t>
            </a:r>
            <a:r>
              <a:rPr lang="zh-CN" altLang="en-US" sz="3000" dirty="0"/>
              <a:t> </a:t>
            </a:r>
            <a:r>
              <a:rPr lang="en-US" altLang="zh-CN" sz="3000" dirty="0"/>
              <a:t>the</a:t>
            </a:r>
            <a:r>
              <a:rPr lang="zh-CN" altLang="en-US" sz="3000" dirty="0"/>
              <a:t> </a:t>
            </a:r>
            <a:r>
              <a:rPr lang="en-US" altLang="zh-CN" sz="3000" dirty="0"/>
              <a:t>corresponding</a:t>
            </a:r>
            <a:r>
              <a:rPr lang="zh-CN" altLang="en-US" sz="3000" dirty="0"/>
              <a:t> </a:t>
            </a:r>
            <a:r>
              <a:rPr lang="en-US" altLang="zh-CN" sz="3000" dirty="0"/>
              <a:t>English</a:t>
            </a:r>
            <a:r>
              <a:rPr lang="zh-CN" altLang="en-US" sz="3000" dirty="0"/>
              <a:t> </a:t>
            </a:r>
            <a:r>
              <a:rPr lang="en-US" altLang="zh-CN" sz="3000" dirty="0"/>
              <a:t>term</a:t>
            </a:r>
            <a:endParaRPr lang="en-US" sz="3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F3B2379-8B88-6348-B50C-6A42D210F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706" y="3467826"/>
            <a:ext cx="3246690" cy="1831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000" b="1" u="sng" dirty="0"/>
              <a:t>			</a:t>
            </a:r>
            <a:r>
              <a:rPr lang="zh-CN" altLang="en-US" sz="3500" b="1" dirty="0"/>
              <a:t> </a:t>
            </a:r>
            <a:endParaRPr lang="en-US" sz="3500" b="1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726A0D-B4E1-DF4F-BB9A-E88E7281CE57}"/>
              </a:ext>
            </a:extLst>
          </p:cNvPr>
          <p:cNvSpPr txBox="1">
            <a:spLocks/>
          </p:cNvSpPr>
          <p:nvPr/>
        </p:nvSpPr>
        <p:spPr>
          <a:xfrm>
            <a:off x="1755093" y="2164377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7000" dirty="0"/>
              <a:t>浸泡</a:t>
            </a:r>
            <a:endParaRPr lang="en-US" sz="3500" dirty="0"/>
          </a:p>
        </p:txBody>
      </p:sp>
      <p:pic>
        <p:nvPicPr>
          <p:cNvPr id="9" name="Picture 8" descr="A bowl of soup on a wooden table&#10;&#10;Description automatically generated">
            <a:extLst>
              <a:ext uri="{FF2B5EF4-FFF2-40B4-BE49-F238E27FC236}">
                <a16:creationId xmlns:a16="http://schemas.microsoft.com/office/drawing/2014/main" id="{2A919350-6416-CA4F-9E6F-A5E03BF389E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35" y="3730376"/>
            <a:ext cx="2856979" cy="247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8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727D-4EC2-1F48-8F6A-AF657CBF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Training:</a:t>
            </a:r>
            <a:r>
              <a:rPr lang="zh-CN" altLang="en-US" dirty="0"/>
              <a:t> </a:t>
            </a:r>
            <a:r>
              <a:rPr lang="en-US" altLang="zh-CN" dirty="0"/>
              <a:t>Restudy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03B9-FC19-B34E-A112-1AC9E9E91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901" y="3170767"/>
            <a:ext cx="3246690" cy="183197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CN" sz="7000" dirty="0"/>
              <a:t>Macerate</a:t>
            </a:r>
            <a:r>
              <a:rPr lang="zh-CN" altLang="en-US" sz="3500" dirty="0"/>
              <a:t> </a:t>
            </a:r>
            <a:endParaRPr lang="en-US" sz="3500" dirty="0"/>
          </a:p>
          <a:p>
            <a:pPr marL="0" indent="0">
              <a:buNone/>
            </a:pP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11E88B-68E6-8B49-A702-F5241555233C}"/>
              </a:ext>
            </a:extLst>
          </p:cNvPr>
          <p:cNvSpPr txBox="1">
            <a:spLocks/>
          </p:cNvSpPr>
          <p:nvPr/>
        </p:nvSpPr>
        <p:spPr>
          <a:xfrm>
            <a:off x="7420954" y="3045745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7000" dirty="0"/>
              <a:t>浸泡</a:t>
            </a: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1E9CA8-71FC-A74B-9EE2-89053C577CCA}"/>
              </a:ext>
            </a:extLst>
          </p:cNvPr>
          <p:cNvSpPr txBox="1">
            <a:spLocks/>
          </p:cNvSpPr>
          <p:nvPr/>
        </p:nvSpPr>
        <p:spPr>
          <a:xfrm>
            <a:off x="4314914" y="1597026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1FEA7-8267-8E4E-8028-DB32B8D5FBB7}"/>
              </a:ext>
            </a:extLst>
          </p:cNvPr>
          <p:cNvSpPr txBox="1"/>
          <p:nvPr/>
        </p:nvSpPr>
        <p:spPr>
          <a:xfrm>
            <a:off x="3225246" y="4983975"/>
            <a:ext cx="57415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Please</a:t>
            </a:r>
            <a:r>
              <a:rPr lang="zh-CN" altLang="en-US" sz="3000" dirty="0"/>
              <a:t> </a:t>
            </a:r>
            <a:r>
              <a:rPr lang="en-US" altLang="zh-CN" sz="3000" dirty="0"/>
              <a:t>study</a:t>
            </a:r>
            <a:r>
              <a:rPr lang="zh-CN" altLang="en-US" sz="3000" dirty="0"/>
              <a:t> </a:t>
            </a:r>
            <a:r>
              <a:rPr lang="en-US" altLang="zh-CN" sz="3000" dirty="0"/>
              <a:t>the</a:t>
            </a:r>
            <a:r>
              <a:rPr lang="zh-CN" altLang="en-US" sz="3000" dirty="0"/>
              <a:t> </a:t>
            </a:r>
            <a:r>
              <a:rPr lang="en-US" altLang="zh-CN" sz="3000" dirty="0"/>
              <a:t>word</a:t>
            </a:r>
            <a:r>
              <a:rPr lang="zh-CN" altLang="en-US" sz="3000" dirty="0"/>
              <a:t> </a:t>
            </a:r>
            <a:r>
              <a:rPr lang="en-US" altLang="zh-CN" sz="3000" dirty="0"/>
              <a:t>pair</a:t>
            </a:r>
            <a:r>
              <a:rPr lang="zh-CN" altLang="en-US" sz="3000" dirty="0"/>
              <a:t> </a:t>
            </a:r>
            <a:r>
              <a:rPr lang="en-US" altLang="zh-CN" sz="3000" dirty="0"/>
              <a:t>carefully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6739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22D-3759-904A-8D7A-6359E2D9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Posttest:</a:t>
            </a:r>
            <a:r>
              <a:rPr lang="zh-CN" altLang="en-US" dirty="0"/>
              <a:t> </a:t>
            </a:r>
            <a:r>
              <a:rPr lang="en-US" altLang="zh-CN" dirty="0"/>
              <a:t>Translation-word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6CEF8F-2F1B-C747-A139-8F976ED9F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5019" y="3308927"/>
            <a:ext cx="3246690" cy="1831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000" dirty="0"/>
              <a:t>Vision</a:t>
            </a: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AF3D81-314D-B14D-AFA0-3968AF5618A9}"/>
              </a:ext>
            </a:extLst>
          </p:cNvPr>
          <p:cNvSpPr txBox="1">
            <a:spLocks/>
          </p:cNvSpPr>
          <p:nvPr/>
        </p:nvSpPr>
        <p:spPr>
          <a:xfrm>
            <a:off x="1847284" y="3308927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7000" dirty="0"/>
              <a:t>视力</a:t>
            </a:r>
            <a:endParaRPr 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39260-BAF1-9148-B7A1-0CE7F49224C1}"/>
              </a:ext>
            </a:extLst>
          </p:cNvPr>
          <p:cNvSpPr txBox="1"/>
          <p:nvPr/>
        </p:nvSpPr>
        <p:spPr>
          <a:xfrm>
            <a:off x="4049894" y="2190512"/>
            <a:ext cx="3537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term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99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22D-3759-904A-8D7A-6359E2D9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Training:</a:t>
            </a:r>
            <a:r>
              <a:rPr lang="zh-CN" altLang="en-US" dirty="0"/>
              <a:t> </a:t>
            </a:r>
            <a:r>
              <a:rPr lang="en-US" altLang="zh-CN" dirty="0"/>
              <a:t>Word-Translation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6CEF8F-2F1B-C747-A139-8F976ED9F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0910" y="3429000"/>
            <a:ext cx="3246690" cy="1831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7000" dirty="0"/>
              <a:t>Vision</a:t>
            </a:r>
            <a:r>
              <a:rPr lang="zh-CN" altLang="en-US" sz="3500" dirty="0"/>
              <a:t> </a:t>
            </a:r>
            <a:endParaRPr lang="en-US" sz="35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AF3D81-314D-B14D-AFA0-3968AF5618A9}"/>
              </a:ext>
            </a:extLst>
          </p:cNvPr>
          <p:cNvSpPr txBox="1">
            <a:spLocks/>
          </p:cNvSpPr>
          <p:nvPr/>
        </p:nvSpPr>
        <p:spPr>
          <a:xfrm>
            <a:off x="7472229" y="3429000"/>
            <a:ext cx="3246690" cy="1831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 sz="7000" dirty="0"/>
              <a:t>视力</a:t>
            </a:r>
            <a:endParaRPr lang="en-US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39260-BAF1-9148-B7A1-0CE7F49224C1}"/>
              </a:ext>
            </a:extLst>
          </p:cNvPr>
          <p:cNvSpPr txBox="1"/>
          <p:nvPr/>
        </p:nvSpPr>
        <p:spPr>
          <a:xfrm>
            <a:off x="4049894" y="2190512"/>
            <a:ext cx="409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Please</a:t>
            </a:r>
            <a:r>
              <a:rPr lang="zh-CN" altLang="en-US" dirty="0"/>
              <a:t> </a:t>
            </a:r>
            <a:r>
              <a:rPr lang="en-US" altLang="zh-CN" dirty="0"/>
              <a:t>type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corresponding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08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103</Words>
  <Application>Microsoft Macintosh PowerPoint</Application>
  <PresentationFormat>Widescreen</PresentationFormat>
  <Paragraphs>37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Initial study</vt:lpstr>
      <vt:lpstr>Training: Word-Translation</vt:lpstr>
      <vt:lpstr>Training: Word-Translation</vt:lpstr>
      <vt:lpstr>Training: Picture + translation-word</vt:lpstr>
      <vt:lpstr>Training: Restudy</vt:lpstr>
      <vt:lpstr>Posttest: Translation-word</vt:lpstr>
      <vt:lpstr>Training: Word-Translation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 Study Condition</dc:title>
  <dc:creator>Jason Moy</dc:creator>
  <cp:lastModifiedBy>Jason Moy</cp:lastModifiedBy>
  <cp:revision>6</cp:revision>
  <dcterms:created xsi:type="dcterms:W3CDTF">2019-11-21T04:00:12Z</dcterms:created>
  <dcterms:modified xsi:type="dcterms:W3CDTF">2019-12-02T23:38:27Z</dcterms:modified>
</cp:coreProperties>
</file>